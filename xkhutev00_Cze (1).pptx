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6858000" cx="12192000"/>
  <p:notesSz cx="6858000" cy="9144000"/>
  <p:embeddedFontLst>
    <p:embeddedFont>
      <p:font typeface="Tahoma"/>
      <p:regular r:id="rId16"/>
      <p:bold r:id="rId17"/>
    </p:embeddedFont>
    <p:embeddedFont>
      <p:font typeface="Century Gothic"/>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22" roundtripDataSignature="AMtx7mh7bD7OXR2Abu8bVZZdt7qw9LE0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A68913B-787F-4202-B219-5608D615ABA0}">
  <a:tblStyle styleId="{FA68913B-787F-4202-B219-5608D615ABA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CenturyGothic-italic.fntdata"/><Relationship Id="rId11" Type="http://schemas.openxmlformats.org/officeDocument/2006/relationships/slide" Target="slides/slide5.xml"/><Relationship Id="rId22" Type="http://customschemas.google.com/relationships/presentationmetadata" Target="metadata"/><Relationship Id="rId10" Type="http://schemas.openxmlformats.org/officeDocument/2006/relationships/slide" Target="slides/slide4.xml"/><Relationship Id="rId21" Type="http://schemas.openxmlformats.org/officeDocument/2006/relationships/font" Target="fonts/CenturyGothic-boldItalic.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Tahoma-bold.fntdata"/><Relationship Id="rId16" Type="http://schemas.openxmlformats.org/officeDocument/2006/relationships/font" Target="fonts/Tahoma-regular.fntdata"/><Relationship Id="rId5" Type="http://schemas.openxmlformats.org/officeDocument/2006/relationships/slideMaster" Target="slideMasters/slideMaster1.xml"/><Relationship Id="rId19" Type="http://schemas.openxmlformats.org/officeDocument/2006/relationships/font" Target="fonts/CenturyGothic-bold.fntdata"/><Relationship Id="rId6" Type="http://schemas.openxmlformats.org/officeDocument/2006/relationships/notesMaster" Target="notesMasters/notesMaster1.xml"/><Relationship Id="rId18" Type="http://schemas.openxmlformats.org/officeDocument/2006/relationships/font" Target="fonts/CenturyGothic-regular.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1200"/>
              <a:buFont typeface="Century Gothic"/>
              <a:buNone/>
              <a:defRPr b="0" i="0" sz="1200" u="none" cap="none" strike="noStrike">
                <a:solidFill>
                  <a:schemeClr val="dk1"/>
                </a:solidFill>
                <a:latin typeface="Century Gothic"/>
                <a:ea typeface="Century Gothic"/>
                <a:cs typeface="Century Gothic"/>
                <a:sym typeface="Century Gothic"/>
              </a:defRPr>
            </a:lvl1pPr>
            <a:lvl2pPr lvl="1" marR="0" rtl="0" algn="l">
              <a:spcBef>
                <a:spcPts val="480"/>
              </a:spcBef>
              <a:spcAft>
                <a:spcPts val="0"/>
              </a:spcAft>
              <a:buClr>
                <a:srgbClr val="B9000C"/>
              </a:buClr>
              <a:buSzPts val="2400"/>
              <a:buFont typeface="Tahoma"/>
              <a:buChar char="•"/>
              <a:defRPr b="1" i="0" sz="2400" u="none" cap="none" strike="noStrike">
                <a:solidFill>
                  <a:srgbClr val="B9000C"/>
                </a:solidFill>
                <a:latin typeface="Tahoma"/>
                <a:ea typeface="Tahoma"/>
                <a:cs typeface="Tahoma"/>
                <a:sym typeface="Tahoma"/>
              </a:defRPr>
            </a:lvl2pPr>
            <a:lvl3pPr lvl="2" marR="0" rtl="0" algn="l">
              <a:spcBef>
                <a:spcPts val="480"/>
              </a:spcBef>
              <a:spcAft>
                <a:spcPts val="0"/>
              </a:spcAft>
              <a:buClr>
                <a:srgbClr val="B9000C"/>
              </a:buClr>
              <a:buSzPts val="2400"/>
              <a:buFont typeface="Tahoma"/>
              <a:buChar char="•"/>
              <a:defRPr b="1" i="0" sz="2400" u="none" cap="none" strike="noStrike">
                <a:solidFill>
                  <a:srgbClr val="B9000C"/>
                </a:solidFill>
                <a:latin typeface="Tahoma"/>
                <a:ea typeface="Tahoma"/>
                <a:cs typeface="Tahoma"/>
                <a:sym typeface="Tahoma"/>
              </a:defRPr>
            </a:lvl3pPr>
            <a:lvl4pPr lvl="3" marR="0" rtl="0" algn="l">
              <a:spcBef>
                <a:spcPts val="480"/>
              </a:spcBef>
              <a:spcAft>
                <a:spcPts val="0"/>
              </a:spcAft>
              <a:buClr>
                <a:srgbClr val="B9000C"/>
              </a:buClr>
              <a:buSzPts val="2400"/>
              <a:buFont typeface="Tahoma"/>
              <a:buChar char="•"/>
              <a:defRPr b="1" i="0" sz="2400" u="none" cap="none" strike="noStrike">
                <a:solidFill>
                  <a:srgbClr val="B9000C"/>
                </a:solidFill>
                <a:latin typeface="Tahoma"/>
                <a:ea typeface="Tahoma"/>
                <a:cs typeface="Tahoma"/>
                <a:sym typeface="Tahoma"/>
              </a:defRPr>
            </a:lvl4pPr>
            <a:lvl5pPr lvl="4" marR="0" rtl="0" algn="l">
              <a:spcBef>
                <a:spcPts val="480"/>
              </a:spcBef>
              <a:spcAft>
                <a:spcPts val="0"/>
              </a:spcAft>
              <a:buClr>
                <a:srgbClr val="B9000C"/>
              </a:buClr>
              <a:buSzPts val="2400"/>
              <a:buFont typeface="Tahoma"/>
              <a:buChar char="•"/>
              <a:defRPr b="1" i="0" sz="2400" u="none" cap="none" strike="noStrike">
                <a:solidFill>
                  <a:srgbClr val="B9000C"/>
                </a:solidFill>
                <a:latin typeface="Tahoma"/>
                <a:ea typeface="Tahoma"/>
                <a:cs typeface="Tahoma"/>
                <a:sym typeface="Tahoma"/>
              </a:defRPr>
            </a:lvl5pPr>
            <a:lvl6pPr lvl="5" marR="0" rtl="0" algn="l">
              <a:spcBef>
                <a:spcPts val="0"/>
              </a:spcBef>
              <a:spcAft>
                <a:spcPts val="0"/>
              </a:spcAft>
              <a:buSzPts val="1400"/>
              <a:buNone/>
              <a:defRPr b="1" i="0" sz="2400" u="none" cap="none" strike="noStrike">
                <a:solidFill>
                  <a:srgbClr val="B9000C"/>
                </a:solidFill>
                <a:latin typeface="Tahoma"/>
                <a:ea typeface="Tahoma"/>
                <a:cs typeface="Tahoma"/>
                <a:sym typeface="Tahoma"/>
              </a:defRPr>
            </a:lvl6pPr>
            <a:lvl7pPr lvl="6" marR="0" rtl="0" algn="l">
              <a:spcBef>
                <a:spcPts val="0"/>
              </a:spcBef>
              <a:spcAft>
                <a:spcPts val="0"/>
              </a:spcAft>
              <a:buSzPts val="1400"/>
              <a:buNone/>
              <a:defRPr b="1" i="0" sz="2400" u="none" cap="none" strike="noStrike">
                <a:solidFill>
                  <a:srgbClr val="B9000C"/>
                </a:solidFill>
                <a:latin typeface="Tahoma"/>
                <a:ea typeface="Tahoma"/>
                <a:cs typeface="Tahoma"/>
                <a:sym typeface="Tahoma"/>
              </a:defRPr>
            </a:lvl7pPr>
            <a:lvl8pPr lvl="7" marR="0" rtl="0" algn="l">
              <a:spcBef>
                <a:spcPts val="0"/>
              </a:spcBef>
              <a:spcAft>
                <a:spcPts val="0"/>
              </a:spcAft>
              <a:buSzPts val="1400"/>
              <a:buNone/>
              <a:defRPr b="1" i="0" sz="2400" u="none" cap="none" strike="noStrike">
                <a:solidFill>
                  <a:srgbClr val="B9000C"/>
                </a:solidFill>
                <a:latin typeface="Tahoma"/>
                <a:ea typeface="Tahoma"/>
                <a:cs typeface="Tahoma"/>
                <a:sym typeface="Tahoma"/>
              </a:defRPr>
            </a:lvl8pPr>
            <a:lvl9pPr lvl="8" marR="0" rtl="0" algn="l">
              <a:spcBef>
                <a:spcPts val="0"/>
              </a:spcBef>
              <a:spcAft>
                <a:spcPts val="0"/>
              </a:spcAft>
              <a:buSzPts val="1400"/>
              <a:buNone/>
              <a:defRPr b="1" i="0" sz="2400" u="none" cap="none" strike="noStrike">
                <a:solidFill>
                  <a:srgbClr val="B9000C"/>
                </a:solidFill>
                <a:latin typeface="Tahoma"/>
                <a:ea typeface="Tahoma"/>
                <a:cs typeface="Tahoma"/>
                <a:sym typeface="Tahoma"/>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Clr>
                <a:schemeClr val="dk1"/>
              </a:buClr>
              <a:buSzPts val="1200"/>
              <a:buFont typeface="Century Gothic"/>
              <a:buNone/>
              <a:defRPr b="0" i="0" sz="1200" u="none" cap="none" strike="noStrike">
                <a:solidFill>
                  <a:schemeClr val="dk1"/>
                </a:solidFill>
                <a:latin typeface="Century Gothic"/>
                <a:ea typeface="Century Gothic"/>
                <a:cs typeface="Century Gothic"/>
                <a:sym typeface="Century Gothic"/>
              </a:defRPr>
            </a:lvl1pPr>
            <a:lvl2pPr lvl="1" marR="0" rtl="0" algn="l">
              <a:spcBef>
                <a:spcPts val="480"/>
              </a:spcBef>
              <a:spcAft>
                <a:spcPts val="0"/>
              </a:spcAft>
              <a:buClr>
                <a:srgbClr val="B9000C"/>
              </a:buClr>
              <a:buSzPts val="2400"/>
              <a:buFont typeface="Tahoma"/>
              <a:buChar char="•"/>
              <a:defRPr b="1" i="0" sz="2400" u="none" cap="none" strike="noStrike">
                <a:solidFill>
                  <a:srgbClr val="B9000C"/>
                </a:solidFill>
                <a:latin typeface="Tahoma"/>
                <a:ea typeface="Tahoma"/>
                <a:cs typeface="Tahoma"/>
                <a:sym typeface="Tahoma"/>
              </a:defRPr>
            </a:lvl2pPr>
            <a:lvl3pPr lvl="2" marR="0" rtl="0" algn="l">
              <a:spcBef>
                <a:spcPts val="480"/>
              </a:spcBef>
              <a:spcAft>
                <a:spcPts val="0"/>
              </a:spcAft>
              <a:buClr>
                <a:srgbClr val="B9000C"/>
              </a:buClr>
              <a:buSzPts val="2400"/>
              <a:buFont typeface="Tahoma"/>
              <a:buChar char="•"/>
              <a:defRPr b="1" i="0" sz="2400" u="none" cap="none" strike="noStrike">
                <a:solidFill>
                  <a:srgbClr val="B9000C"/>
                </a:solidFill>
                <a:latin typeface="Tahoma"/>
                <a:ea typeface="Tahoma"/>
                <a:cs typeface="Tahoma"/>
                <a:sym typeface="Tahoma"/>
              </a:defRPr>
            </a:lvl3pPr>
            <a:lvl4pPr lvl="3" marR="0" rtl="0" algn="l">
              <a:spcBef>
                <a:spcPts val="480"/>
              </a:spcBef>
              <a:spcAft>
                <a:spcPts val="0"/>
              </a:spcAft>
              <a:buClr>
                <a:srgbClr val="B9000C"/>
              </a:buClr>
              <a:buSzPts val="2400"/>
              <a:buFont typeface="Tahoma"/>
              <a:buChar char="•"/>
              <a:defRPr b="1" i="0" sz="2400" u="none" cap="none" strike="noStrike">
                <a:solidFill>
                  <a:srgbClr val="B9000C"/>
                </a:solidFill>
                <a:latin typeface="Tahoma"/>
                <a:ea typeface="Tahoma"/>
                <a:cs typeface="Tahoma"/>
                <a:sym typeface="Tahoma"/>
              </a:defRPr>
            </a:lvl4pPr>
            <a:lvl5pPr lvl="4" marR="0" rtl="0" algn="l">
              <a:spcBef>
                <a:spcPts val="480"/>
              </a:spcBef>
              <a:spcAft>
                <a:spcPts val="0"/>
              </a:spcAft>
              <a:buClr>
                <a:srgbClr val="B9000C"/>
              </a:buClr>
              <a:buSzPts val="2400"/>
              <a:buFont typeface="Tahoma"/>
              <a:buChar char="•"/>
              <a:defRPr b="1" i="0" sz="2400" u="none" cap="none" strike="noStrike">
                <a:solidFill>
                  <a:srgbClr val="B9000C"/>
                </a:solidFill>
                <a:latin typeface="Tahoma"/>
                <a:ea typeface="Tahoma"/>
                <a:cs typeface="Tahoma"/>
                <a:sym typeface="Tahoma"/>
              </a:defRPr>
            </a:lvl5pPr>
            <a:lvl6pPr lvl="5" marR="0" rtl="0" algn="l">
              <a:spcBef>
                <a:spcPts val="0"/>
              </a:spcBef>
              <a:spcAft>
                <a:spcPts val="0"/>
              </a:spcAft>
              <a:buSzPts val="1400"/>
              <a:buNone/>
              <a:defRPr b="1" i="0" sz="2400" u="none" cap="none" strike="noStrike">
                <a:solidFill>
                  <a:srgbClr val="B9000C"/>
                </a:solidFill>
                <a:latin typeface="Tahoma"/>
                <a:ea typeface="Tahoma"/>
                <a:cs typeface="Tahoma"/>
                <a:sym typeface="Tahoma"/>
              </a:defRPr>
            </a:lvl6pPr>
            <a:lvl7pPr lvl="6" marR="0" rtl="0" algn="l">
              <a:spcBef>
                <a:spcPts val="0"/>
              </a:spcBef>
              <a:spcAft>
                <a:spcPts val="0"/>
              </a:spcAft>
              <a:buSzPts val="1400"/>
              <a:buNone/>
              <a:defRPr b="1" i="0" sz="2400" u="none" cap="none" strike="noStrike">
                <a:solidFill>
                  <a:srgbClr val="B9000C"/>
                </a:solidFill>
                <a:latin typeface="Tahoma"/>
                <a:ea typeface="Tahoma"/>
                <a:cs typeface="Tahoma"/>
                <a:sym typeface="Tahoma"/>
              </a:defRPr>
            </a:lvl7pPr>
            <a:lvl8pPr lvl="7" marR="0" rtl="0" algn="l">
              <a:spcBef>
                <a:spcPts val="0"/>
              </a:spcBef>
              <a:spcAft>
                <a:spcPts val="0"/>
              </a:spcAft>
              <a:buSzPts val="1400"/>
              <a:buNone/>
              <a:defRPr b="1" i="0" sz="2400" u="none" cap="none" strike="noStrike">
                <a:solidFill>
                  <a:srgbClr val="B9000C"/>
                </a:solidFill>
                <a:latin typeface="Tahoma"/>
                <a:ea typeface="Tahoma"/>
                <a:cs typeface="Tahoma"/>
                <a:sym typeface="Tahoma"/>
              </a:defRPr>
            </a:lvl8pPr>
            <a:lvl9pPr lvl="8" marR="0" rtl="0" algn="l">
              <a:spcBef>
                <a:spcPts val="0"/>
              </a:spcBef>
              <a:spcAft>
                <a:spcPts val="0"/>
              </a:spcAft>
              <a:buSzPts val="1400"/>
              <a:buNone/>
              <a:defRPr b="1" i="0" sz="2400" u="none" cap="none" strike="noStrike">
                <a:solidFill>
                  <a:srgbClr val="B9000C"/>
                </a:solidFill>
                <a:latin typeface="Tahoma"/>
                <a:ea typeface="Tahoma"/>
                <a:cs typeface="Tahoma"/>
                <a:sym typeface="Tahoma"/>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Century Gothic"/>
                <a:ea typeface="Century Gothic"/>
                <a:cs typeface="Century Gothic"/>
                <a:sym typeface="Century Gothic"/>
              </a:defRPr>
            </a:lvl1pPr>
            <a:lvl2pPr indent="-228600" lvl="1" marL="914400" marR="0" rtl="0" algn="l">
              <a:spcBef>
                <a:spcPts val="360"/>
              </a:spcBef>
              <a:spcAft>
                <a:spcPts val="0"/>
              </a:spcAft>
              <a:buSzPts val="1400"/>
              <a:buNone/>
              <a:defRPr b="0" i="0" sz="1200" u="none" cap="none" strike="noStrike">
                <a:solidFill>
                  <a:schemeClr val="dk1"/>
                </a:solidFill>
                <a:latin typeface="Century Gothic"/>
                <a:ea typeface="Century Gothic"/>
                <a:cs typeface="Century Gothic"/>
                <a:sym typeface="Century Gothic"/>
              </a:defRPr>
            </a:lvl2pPr>
            <a:lvl3pPr indent="-228600" lvl="2" marL="1371600" marR="0" rtl="0" algn="l">
              <a:spcBef>
                <a:spcPts val="360"/>
              </a:spcBef>
              <a:spcAft>
                <a:spcPts val="0"/>
              </a:spcAft>
              <a:buSzPts val="1400"/>
              <a:buNone/>
              <a:defRPr b="0" i="0" sz="1200" u="none" cap="none" strike="noStrike">
                <a:solidFill>
                  <a:schemeClr val="dk1"/>
                </a:solidFill>
                <a:latin typeface="Century Gothic"/>
                <a:ea typeface="Century Gothic"/>
                <a:cs typeface="Century Gothic"/>
                <a:sym typeface="Century Gothic"/>
              </a:defRPr>
            </a:lvl3pPr>
            <a:lvl4pPr indent="-228600" lvl="3" marL="1828800" marR="0" rtl="0" algn="l">
              <a:spcBef>
                <a:spcPts val="360"/>
              </a:spcBef>
              <a:spcAft>
                <a:spcPts val="0"/>
              </a:spcAft>
              <a:buSzPts val="1400"/>
              <a:buNone/>
              <a:defRPr b="0" i="0" sz="1200" u="none" cap="none" strike="noStrike">
                <a:solidFill>
                  <a:schemeClr val="dk1"/>
                </a:solidFill>
                <a:latin typeface="Century Gothic"/>
                <a:ea typeface="Century Gothic"/>
                <a:cs typeface="Century Gothic"/>
                <a:sym typeface="Century Gothic"/>
              </a:defRPr>
            </a:lvl4pPr>
            <a:lvl5pPr indent="-228600" lvl="4" marL="2286000" marR="0" rtl="0" algn="l">
              <a:spcBef>
                <a:spcPts val="360"/>
              </a:spcBef>
              <a:spcAft>
                <a:spcPts val="0"/>
              </a:spcAft>
              <a:buSzPts val="1400"/>
              <a:buNone/>
              <a:defRPr b="0" i="0" sz="1200" u="none" cap="none" strike="noStrike">
                <a:solidFill>
                  <a:schemeClr val="dk1"/>
                </a:solidFill>
                <a:latin typeface="Century Gothic"/>
                <a:ea typeface="Century Gothic"/>
                <a:cs typeface="Century Gothic"/>
                <a:sym typeface="Century Gothic"/>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Clr>
                <a:schemeClr val="dk1"/>
              </a:buClr>
              <a:buSzPts val="1200"/>
              <a:buFont typeface="Century Gothic"/>
              <a:buNone/>
              <a:defRPr b="0" i="0" sz="1200" u="none" cap="none" strike="noStrike">
                <a:solidFill>
                  <a:schemeClr val="dk1"/>
                </a:solidFill>
                <a:latin typeface="Century Gothic"/>
                <a:ea typeface="Century Gothic"/>
                <a:cs typeface="Century Gothic"/>
                <a:sym typeface="Century Gothic"/>
              </a:defRPr>
            </a:lvl1pPr>
            <a:lvl2pPr lvl="1" marR="0" rtl="0" algn="l">
              <a:spcBef>
                <a:spcPts val="480"/>
              </a:spcBef>
              <a:spcAft>
                <a:spcPts val="0"/>
              </a:spcAft>
              <a:buClr>
                <a:srgbClr val="B9000C"/>
              </a:buClr>
              <a:buSzPts val="2400"/>
              <a:buFont typeface="Tahoma"/>
              <a:buChar char="•"/>
              <a:defRPr b="1" i="0" sz="2400" u="none" cap="none" strike="noStrike">
                <a:solidFill>
                  <a:srgbClr val="B9000C"/>
                </a:solidFill>
                <a:latin typeface="Tahoma"/>
                <a:ea typeface="Tahoma"/>
                <a:cs typeface="Tahoma"/>
                <a:sym typeface="Tahoma"/>
              </a:defRPr>
            </a:lvl2pPr>
            <a:lvl3pPr lvl="2" marR="0" rtl="0" algn="l">
              <a:spcBef>
                <a:spcPts val="480"/>
              </a:spcBef>
              <a:spcAft>
                <a:spcPts val="0"/>
              </a:spcAft>
              <a:buClr>
                <a:srgbClr val="B9000C"/>
              </a:buClr>
              <a:buSzPts val="2400"/>
              <a:buFont typeface="Tahoma"/>
              <a:buChar char="•"/>
              <a:defRPr b="1" i="0" sz="2400" u="none" cap="none" strike="noStrike">
                <a:solidFill>
                  <a:srgbClr val="B9000C"/>
                </a:solidFill>
                <a:latin typeface="Tahoma"/>
                <a:ea typeface="Tahoma"/>
                <a:cs typeface="Tahoma"/>
                <a:sym typeface="Tahoma"/>
              </a:defRPr>
            </a:lvl3pPr>
            <a:lvl4pPr lvl="3" marR="0" rtl="0" algn="l">
              <a:spcBef>
                <a:spcPts val="480"/>
              </a:spcBef>
              <a:spcAft>
                <a:spcPts val="0"/>
              </a:spcAft>
              <a:buClr>
                <a:srgbClr val="B9000C"/>
              </a:buClr>
              <a:buSzPts val="2400"/>
              <a:buFont typeface="Tahoma"/>
              <a:buChar char="•"/>
              <a:defRPr b="1" i="0" sz="2400" u="none" cap="none" strike="noStrike">
                <a:solidFill>
                  <a:srgbClr val="B9000C"/>
                </a:solidFill>
                <a:latin typeface="Tahoma"/>
                <a:ea typeface="Tahoma"/>
                <a:cs typeface="Tahoma"/>
                <a:sym typeface="Tahoma"/>
              </a:defRPr>
            </a:lvl4pPr>
            <a:lvl5pPr lvl="4" marR="0" rtl="0" algn="l">
              <a:spcBef>
                <a:spcPts val="480"/>
              </a:spcBef>
              <a:spcAft>
                <a:spcPts val="0"/>
              </a:spcAft>
              <a:buClr>
                <a:srgbClr val="B9000C"/>
              </a:buClr>
              <a:buSzPts val="2400"/>
              <a:buFont typeface="Tahoma"/>
              <a:buChar char="•"/>
              <a:defRPr b="1" i="0" sz="2400" u="none" cap="none" strike="noStrike">
                <a:solidFill>
                  <a:srgbClr val="B9000C"/>
                </a:solidFill>
                <a:latin typeface="Tahoma"/>
                <a:ea typeface="Tahoma"/>
                <a:cs typeface="Tahoma"/>
                <a:sym typeface="Tahoma"/>
              </a:defRPr>
            </a:lvl5pPr>
            <a:lvl6pPr lvl="5" marR="0" rtl="0" algn="l">
              <a:spcBef>
                <a:spcPts val="0"/>
              </a:spcBef>
              <a:spcAft>
                <a:spcPts val="0"/>
              </a:spcAft>
              <a:buSzPts val="1400"/>
              <a:buNone/>
              <a:defRPr b="1" i="0" sz="2400" u="none" cap="none" strike="noStrike">
                <a:solidFill>
                  <a:srgbClr val="B9000C"/>
                </a:solidFill>
                <a:latin typeface="Tahoma"/>
                <a:ea typeface="Tahoma"/>
                <a:cs typeface="Tahoma"/>
                <a:sym typeface="Tahoma"/>
              </a:defRPr>
            </a:lvl6pPr>
            <a:lvl7pPr lvl="6" marR="0" rtl="0" algn="l">
              <a:spcBef>
                <a:spcPts val="0"/>
              </a:spcBef>
              <a:spcAft>
                <a:spcPts val="0"/>
              </a:spcAft>
              <a:buSzPts val="1400"/>
              <a:buNone/>
              <a:defRPr b="1" i="0" sz="2400" u="none" cap="none" strike="noStrike">
                <a:solidFill>
                  <a:srgbClr val="B9000C"/>
                </a:solidFill>
                <a:latin typeface="Tahoma"/>
                <a:ea typeface="Tahoma"/>
                <a:cs typeface="Tahoma"/>
                <a:sym typeface="Tahoma"/>
              </a:defRPr>
            </a:lvl7pPr>
            <a:lvl8pPr lvl="7" marR="0" rtl="0" algn="l">
              <a:spcBef>
                <a:spcPts val="0"/>
              </a:spcBef>
              <a:spcAft>
                <a:spcPts val="0"/>
              </a:spcAft>
              <a:buSzPts val="1400"/>
              <a:buNone/>
              <a:defRPr b="1" i="0" sz="2400" u="none" cap="none" strike="noStrike">
                <a:solidFill>
                  <a:srgbClr val="B9000C"/>
                </a:solidFill>
                <a:latin typeface="Tahoma"/>
                <a:ea typeface="Tahoma"/>
                <a:cs typeface="Tahoma"/>
                <a:sym typeface="Tahoma"/>
              </a:defRPr>
            </a:lvl8pPr>
            <a:lvl9pPr lvl="8" marR="0" rtl="0" algn="l">
              <a:spcBef>
                <a:spcPts val="0"/>
              </a:spcBef>
              <a:spcAft>
                <a:spcPts val="0"/>
              </a:spcAft>
              <a:buSzPts val="1400"/>
              <a:buNone/>
              <a:defRPr b="1" i="0" sz="2400" u="none" cap="none" strike="noStrike">
                <a:solidFill>
                  <a:srgbClr val="B9000C"/>
                </a:solidFill>
                <a:latin typeface="Tahoma"/>
                <a:ea typeface="Tahoma"/>
                <a:cs typeface="Tahoma"/>
                <a:sym typeface="Tahoma"/>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chemeClr val="dk1"/>
              </a:buClr>
              <a:buSzPts val="1200"/>
              <a:buFont typeface="Century Gothic"/>
              <a:buNone/>
            </a:pPr>
            <a:fld id="{00000000-1234-1234-1234-123412341234}" type="slidenum">
              <a:rPr b="0" i="0" lang="cs-CZ" sz="1200" u="none" cap="none" strike="noStrike">
                <a:solidFill>
                  <a:schemeClr val="dk1"/>
                </a:solidFill>
                <a:latin typeface="Century Gothic"/>
                <a:ea typeface="Century Gothic"/>
                <a:cs typeface="Century Gothic"/>
                <a:sym typeface="Century Gothic"/>
              </a:rPr>
              <a:t>‹#›</a:t>
            </a:fld>
            <a:endParaRPr b="0" i="0" sz="1200" u="none" cap="none" strike="noStrike">
              <a:solidFill>
                <a:schemeClr val="dk1"/>
              </a:solidFill>
              <a:latin typeface="Century Gothic"/>
              <a:ea typeface="Century Gothic"/>
              <a:cs typeface="Century Gothic"/>
              <a:sym typeface="Century Gothic"/>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4" name="Google Shape;7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1" name="Google Shape;81;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cs-CZ">
                <a:latin typeface="Century Gothic"/>
                <a:ea typeface="Century Gothic"/>
                <a:cs typeface="Century Gothic"/>
                <a:sym typeface="Century Gothic"/>
              </a:rPr>
              <a:t>Mobile chat assistants are applications that allow users to interact through text or voice to perform a wide range of tasks based on user queries. These tasks can include:</a:t>
            </a:r>
            <a:endParaRPr>
              <a:latin typeface="Century Gothic"/>
              <a:ea typeface="Century Gothic"/>
              <a:cs typeface="Century Gothic"/>
              <a:sym typeface="Century Gothic"/>
            </a:endParaRPr>
          </a:p>
          <a:p>
            <a:pPr indent="-171450" lvl="0" marL="171450" rtl="0" algn="l">
              <a:spcBef>
                <a:spcPts val="360"/>
              </a:spcBef>
              <a:spcAft>
                <a:spcPts val="0"/>
              </a:spcAft>
              <a:buClr>
                <a:schemeClr val="dk1"/>
              </a:buClr>
              <a:buSzPts val="1200"/>
              <a:buFont typeface="Calibri"/>
              <a:buChar char="-"/>
            </a:pPr>
            <a:r>
              <a:rPr lang="cs-CZ">
                <a:latin typeface="Century Gothic"/>
                <a:ea typeface="Century Gothic"/>
                <a:cs typeface="Century Gothic"/>
                <a:sym typeface="Century Gothic"/>
              </a:rPr>
              <a:t>Cloud-based actions - for example, fetching and displaying weather information.</a:t>
            </a:r>
            <a:endParaRPr/>
          </a:p>
          <a:p>
            <a:pPr indent="-171450" lvl="0" marL="171450" rtl="0" algn="l">
              <a:spcBef>
                <a:spcPts val="360"/>
              </a:spcBef>
              <a:spcAft>
                <a:spcPts val="0"/>
              </a:spcAft>
              <a:buClr>
                <a:schemeClr val="dk1"/>
              </a:buClr>
              <a:buSzPts val="1200"/>
              <a:buFont typeface="Calibri"/>
              <a:buChar char="-"/>
            </a:pPr>
            <a:r>
              <a:rPr lang="cs-CZ">
                <a:latin typeface="Century Gothic"/>
                <a:ea typeface="Century Gothic"/>
                <a:cs typeface="Century Gothic"/>
                <a:sym typeface="Century Gothic"/>
              </a:rPr>
              <a:t>Core mobile actions - such as making phone calls, sending messages, setting reminders, or creating to-do lists.</a:t>
            </a:r>
            <a:endParaRPr/>
          </a:p>
          <a:p>
            <a:pPr indent="-171450" lvl="0" marL="171450" rtl="0" algn="l">
              <a:spcBef>
                <a:spcPts val="360"/>
              </a:spcBef>
              <a:spcAft>
                <a:spcPts val="0"/>
              </a:spcAft>
              <a:buClr>
                <a:schemeClr val="dk1"/>
              </a:buClr>
              <a:buSzPts val="1200"/>
              <a:buFont typeface="Calibri"/>
              <a:buChar char="-"/>
            </a:pPr>
            <a:r>
              <a:rPr lang="cs-CZ">
                <a:latin typeface="Century Gothic"/>
                <a:ea typeface="Century Gothic"/>
                <a:cs typeface="Century Gothic"/>
                <a:sym typeface="Century Gothic"/>
              </a:rPr>
              <a:t>Third-party app integrations - interacting with apps like Spotify to play music, Uber to book rides, and many others.</a:t>
            </a:r>
            <a:endParaRPr/>
          </a:p>
          <a:p>
            <a:pPr indent="-171450" lvl="0" marL="171450" rtl="0" algn="l">
              <a:spcBef>
                <a:spcPts val="360"/>
              </a:spcBef>
              <a:spcAft>
                <a:spcPts val="0"/>
              </a:spcAft>
              <a:buClr>
                <a:schemeClr val="dk1"/>
              </a:buClr>
              <a:buSzPts val="1200"/>
              <a:buFont typeface="Calibri"/>
              <a:buChar char="-"/>
            </a:pPr>
            <a:r>
              <a:rPr lang="cs-CZ">
                <a:latin typeface="Century Gothic"/>
                <a:ea typeface="Century Gothic"/>
                <a:cs typeface="Century Gothic"/>
                <a:sym typeface="Century Gothic"/>
              </a:rPr>
              <a:t>Connected device control - managing external devices including smart home appliances, car media systems, and other IoT devices.</a:t>
            </a:r>
            <a:endParaRPr>
              <a:latin typeface="Century Gothic"/>
              <a:ea typeface="Century Gothic"/>
              <a:cs typeface="Century Gothic"/>
              <a:sym typeface="Century Gothic"/>
            </a:endParaRPr>
          </a:p>
        </p:txBody>
      </p:sp>
      <p:sp>
        <p:nvSpPr>
          <p:cNvPr id="82" name="Google Shape;82;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entury Gothic"/>
              <a:buNone/>
            </a:pPr>
            <a:fld id="{00000000-1234-1234-1234-123412341234}" type="slidenum">
              <a:rPr lang="cs-CZ"/>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9" name="Google Shape;89;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cs-CZ">
                <a:latin typeface="Century Gothic"/>
                <a:ea typeface="Century Gothic"/>
                <a:cs typeface="Century Gothic"/>
                <a:sym typeface="Century Gothic"/>
              </a:rPr>
              <a:t>Siri, introduced by Apple, was the first prominent mobile assistant. These early systems were largely rule-based, capable of recognizing specific query patterns and mapping them to a limited set of predefined actions. Following Siri’s introduction, many companies began developing their own mobile assistants integrated into their operating systems and platforms. Google Assistant and Amazon Alexa became two of the most widely adopted examples. More recently, the launch of ChatGPT has ushered in a new generation of AI-driven mobile assistants, capable of handling richer, more open-ended interactions with lot more practical uses.</a:t>
            </a:r>
            <a:endParaRPr/>
          </a:p>
        </p:txBody>
      </p:sp>
      <p:sp>
        <p:nvSpPr>
          <p:cNvPr id="90" name="Google Shape;90;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entury Gothic"/>
              <a:buNone/>
            </a:pPr>
            <a:fld id="{00000000-1234-1234-1234-123412341234}" type="slidenum">
              <a:rPr lang="cs-CZ"/>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8" name="Google Shape;98;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cs-CZ">
                <a:latin typeface="Century Gothic"/>
                <a:ea typeface="Century Gothic"/>
                <a:cs typeface="Century Gothic"/>
                <a:sym typeface="Century Gothic"/>
              </a:rPr>
              <a:t>The idea of chat assistants actually goes back to the 1960s. </a:t>
            </a:r>
            <a:r>
              <a:rPr i="1" lang="cs-CZ">
                <a:latin typeface="Century Gothic"/>
                <a:ea typeface="Century Gothic"/>
                <a:cs typeface="Century Gothic"/>
                <a:sym typeface="Century Gothic"/>
              </a:rPr>
              <a:t>ELIZA</a:t>
            </a:r>
            <a:r>
              <a:rPr lang="cs-CZ">
                <a:latin typeface="Century Gothic"/>
                <a:ea typeface="Century Gothic"/>
                <a:cs typeface="Century Gothic"/>
                <a:sym typeface="Century Gothic"/>
              </a:rPr>
              <a:t>, one of the first chatbots, mimicked a psychotherapist using simple pattern matching. That experiment kicked off decades of research into conversational systems.</a:t>
            </a:r>
            <a:endParaRPr>
              <a:latin typeface="Century Gothic"/>
              <a:ea typeface="Century Gothic"/>
              <a:cs typeface="Century Gothic"/>
              <a:sym typeface="Century Gothic"/>
            </a:endParaRPr>
          </a:p>
          <a:p>
            <a:pPr indent="0" lvl="0" marL="0" rtl="0" algn="l">
              <a:spcBef>
                <a:spcPts val="360"/>
              </a:spcBef>
              <a:spcAft>
                <a:spcPts val="0"/>
              </a:spcAft>
              <a:buNone/>
            </a:pPr>
            <a:r>
              <a:t/>
            </a:r>
            <a:endParaRPr/>
          </a:p>
        </p:txBody>
      </p:sp>
      <p:sp>
        <p:nvSpPr>
          <p:cNvPr id="99" name="Google Shape;99;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entury Gothic"/>
              <a:buNone/>
            </a:pPr>
            <a:fld id="{00000000-1234-1234-1234-123412341234}" type="slidenum">
              <a:rPr lang="cs-CZ"/>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08" name="Google Shape;108;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cs-CZ">
                <a:latin typeface="Century Gothic"/>
                <a:ea typeface="Century Gothic"/>
                <a:cs typeface="Century Gothic"/>
                <a:sym typeface="Century Gothic"/>
              </a:rPr>
              <a:t>The key innovation in the Siri launch was the voice integration. Users could speak naturally to interact with their device, and Siri’s tight integration with iOS-combined with cloud-based intent parsing-enabled it to interpret user commands and perform a wide range of actions on the iPhone.</a:t>
            </a:r>
            <a:endParaRPr>
              <a:latin typeface="Century Gothic"/>
              <a:ea typeface="Century Gothic"/>
              <a:cs typeface="Century Gothic"/>
              <a:sym typeface="Century Gothic"/>
            </a:endParaRPr>
          </a:p>
          <a:p>
            <a:pPr indent="0" lvl="0" marL="0" rtl="0" algn="l">
              <a:spcBef>
                <a:spcPts val="360"/>
              </a:spcBef>
              <a:spcAft>
                <a:spcPts val="0"/>
              </a:spcAft>
              <a:buNone/>
            </a:pPr>
            <a:r>
              <a:t/>
            </a:r>
            <a:endParaRPr>
              <a:latin typeface="Century Gothic"/>
              <a:ea typeface="Century Gothic"/>
              <a:cs typeface="Century Gothic"/>
              <a:sym typeface="Century Gothic"/>
            </a:endParaRPr>
          </a:p>
          <a:p>
            <a:pPr indent="0" lvl="0" marL="0" rtl="0" algn="l">
              <a:spcBef>
                <a:spcPts val="360"/>
              </a:spcBef>
              <a:spcAft>
                <a:spcPts val="0"/>
              </a:spcAft>
              <a:buNone/>
            </a:pPr>
            <a:r>
              <a:t/>
            </a:r>
            <a:endParaRPr/>
          </a:p>
        </p:txBody>
      </p:sp>
      <p:sp>
        <p:nvSpPr>
          <p:cNvPr id="109" name="Google Shape;109;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entury Gothic"/>
              <a:buNone/>
            </a:pPr>
            <a:fld id="{00000000-1234-1234-1234-123412341234}" type="slidenum">
              <a:rPr lang="cs-CZ"/>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1" name="Google Shape;121;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cs-CZ">
                <a:latin typeface="Century Gothic"/>
                <a:ea typeface="Century Gothic"/>
                <a:cs typeface="Century Gothic"/>
                <a:sym typeface="Century Gothic"/>
              </a:rPr>
              <a:t>Generally, the internal workings and software architectures of mobile assistant systems are closely guarded secrets. However, a few years ago, Apple shared some insights into the speech recognition infrastructure behind Siri. The system begins with wake-word detection (“Hey Siri”), followed by on-device speech recognition. At the time, Siri’s speech recognition model was a compact system combining Hidden Markov Models (HMMs) with neural network components.  The recognized text is then passed to subsequent modules for intent recognition, which determines the user’s request and triggers the appropriate action.</a:t>
            </a:r>
            <a:endParaRPr>
              <a:latin typeface="Century Gothic"/>
              <a:ea typeface="Century Gothic"/>
              <a:cs typeface="Century Gothic"/>
              <a:sym typeface="Century Gothic"/>
            </a:endParaRPr>
          </a:p>
        </p:txBody>
      </p:sp>
      <p:sp>
        <p:nvSpPr>
          <p:cNvPr id="122" name="Google Shape;122;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entury Gothic"/>
              <a:buNone/>
            </a:pPr>
            <a:fld id="{00000000-1234-1234-1234-123412341234}" type="slidenum">
              <a:rPr lang="cs-CZ"/>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9" name="Google Shape;129;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cs-CZ">
                <a:latin typeface="Century Gothic"/>
                <a:ea typeface="Century Gothic"/>
                <a:cs typeface="Century Gothic"/>
                <a:sym typeface="Century Gothic"/>
              </a:rPr>
              <a:t>Below is an outline of the Google Assistant data-flow pipeline, reconstructed from publicly available information such as press releases and API documentation. The pipeline highlights the major components and associated technologies. Voice input from the phone’s microphone is first captured using platform-specific media libraries - for example, MediaRecorder on Android or AVAudioEngine on iOS. This audio stream is then transmitted to Google’s cloud servers using a gRPC streaming protocol. In the cloud, a series of machine learning operations are performed, including automatic speech recognition, natural language understanding, and dialogue management. Once the user’s intent is identified, the system triggers the corresponding APIs or actions. The response text is then fed into a text-to-speech engine to generate spoken output. Finally, the synthesized speech audio is streamed back to the mobile device and played using the same media libraries.</a:t>
            </a:r>
            <a:endParaRPr>
              <a:latin typeface="Century Gothic"/>
              <a:ea typeface="Century Gothic"/>
              <a:cs typeface="Century Gothic"/>
              <a:sym typeface="Century Gothic"/>
            </a:endParaRPr>
          </a:p>
          <a:p>
            <a:pPr indent="0" lvl="0" marL="0" rtl="0" algn="l">
              <a:spcBef>
                <a:spcPts val="360"/>
              </a:spcBef>
              <a:spcAft>
                <a:spcPts val="0"/>
              </a:spcAft>
              <a:buNone/>
            </a:pPr>
            <a:r>
              <a:t/>
            </a:r>
            <a:endParaRPr/>
          </a:p>
        </p:txBody>
      </p:sp>
      <p:sp>
        <p:nvSpPr>
          <p:cNvPr id="130" name="Google Shape;130;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entury Gothic"/>
              <a:buNone/>
            </a:pPr>
            <a:fld id="{00000000-1234-1234-1234-123412341234}" type="slidenum">
              <a:rPr lang="cs-CZ"/>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8" name="Google Shape;138;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cs-CZ">
                <a:latin typeface="Century Gothic"/>
                <a:ea typeface="Century Gothic"/>
                <a:cs typeface="Century Gothic"/>
                <a:sym typeface="Century Gothic"/>
              </a:rPr>
              <a:t>Some of the functionalities offered by different mobile assistants are summarized in the accompanying table. These assistants rely on a variety of system-level APIs - for example, EventKit and CoreLocation on iOS; CalendarProvider and LocationManager on Android; and the App SDK and Smart Home APIs for Alexa. In addition, each platform provides access to core built-in applications such as Mail and Messages on iOS, Gmail and Maps on Android, and Music and Shopping on Alexa-enabled devices. Beyond these, a wide range of third-party applications are supported across assistants, including popular services like Uber, Spotify, and many others.</a:t>
            </a:r>
            <a:endParaRPr>
              <a:latin typeface="Century Gothic"/>
              <a:ea typeface="Century Gothic"/>
              <a:cs typeface="Century Gothic"/>
              <a:sym typeface="Century Gothic"/>
            </a:endParaRPr>
          </a:p>
          <a:p>
            <a:pPr indent="0" lvl="0" marL="0" rtl="0" algn="l">
              <a:spcBef>
                <a:spcPts val="360"/>
              </a:spcBef>
              <a:spcAft>
                <a:spcPts val="0"/>
              </a:spcAft>
              <a:buNone/>
            </a:pPr>
            <a:r>
              <a:t/>
            </a:r>
            <a:endParaRPr/>
          </a:p>
        </p:txBody>
      </p:sp>
      <p:sp>
        <p:nvSpPr>
          <p:cNvPr id="139" name="Google Shape;139;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entury Gothic"/>
              <a:buNone/>
            </a:pPr>
            <a:fld id="{00000000-1234-1234-1234-123412341234}" type="slidenum">
              <a:rPr lang="cs-CZ"/>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47" name="Google Shape;147;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cs-CZ">
                <a:latin typeface="Century Gothic"/>
                <a:ea typeface="Century Gothic"/>
                <a:cs typeface="Century Gothic"/>
                <a:sym typeface="Century Gothic"/>
              </a:rPr>
              <a:t>These emerging capabilities represent some of the most advanced and actively researched features of modern AI systems. By processing video, audio, and other multimodal inputs, AI assistants are beginning to perceive the world in ways that more closely resemble human understanding. This shift may mark the final evolutionary stage of assistants on traditional mobile phones, paving the way for dedicated AI-first form factors such as Meta’s smart glasses and devices like the Rabbit R1.</a:t>
            </a:r>
            <a:endParaRPr>
              <a:latin typeface="Century Gothic"/>
              <a:ea typeface="Century Gothic"/>
              <a:cs typeface="Century Gothic"/>
              <a:sym typeface="Century Gothic"/>
            </a:endParaRPr>
          </a:p>
          <a:p>
            <a:pPr indent="0" lvl="0" marL="0" rtl="0" algn="l">
              <a:spcBef>
                <a:spcPts val="360"/>
              </a:spcBef>
              <a:spcAft>
                <a:spcPts val="0"/>
              </a:spcAft>
              <a:buNone/>
            </a:pPr>
            <a:r>
              <a:t/>
            </a:r>
            <a:endParaRPr>
              <a:latin typeface="Century Gothic"/>
              <a:ea typeface="Century Gothic"/>
              <a:cs typeface="Century Gothic"/>
              <a:sym typeface="Century Gothic"/>
            </a:endParaRPr>
          </a:p>
        </p:txBody>
      </p:sp>
      <p:sp>
        <p:nvSpPr>
          <p:cNvPr id="148" name="Google Shape;148;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entury Gothic"/>
              <a:buNone/>
            </a:pPr>
            <a:fld id="{00000000-1234-1234-1234-123412341234}" type="slidenum">
              <a:rPr lang="cs-CZ"/>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Úvodní snímek" showMasterSp="0" type="title">
  <p:cSld name="TITLE">
    <p:spTree>
      <p:nvGrpSpPr>
        <p:cNvPr id="19" name="Shape 19"/>
        <p:cNvGrpSpPr/>
        <p:nvPr/>
      </p:nvGrpSpPr>
      <p:grpSpPr>
        <a:xfrm>
          <a:off x="0" y="0"/>
          <a:ext cx="0" cy="0"/>
          <a:chOff x="0" y="0"/>
          <a:chExt cx="0" cy="0"/>
        </a:xfrm>
      </p:grpSpPr>
      <p:pic>
        <p:nvPicPr>
          <p:cNvPr id="20" name="Google Shape;20;p14"/>
          <p:cNvPicPr preferRelativeResize="0"/>
          <p:nvPr/>
        </p:nvPicPr>
        <p:blipFill rotWithShape="1">
          <a:blip r:embed="rId2">
            <a:alphaModFix/>
          </a:blip>
          <a:srcRect b="0" l="0" r="0" t="0"/>
          <a:stretch/>
        </p:blipFill>
        <p:spPr>
          <a:xfrm>
            <a:off x="7817719" y="5157192"/>
            <a:ext cx="4182937" cy="861868"/>
          </a:xfrm>
          <a:prstGeom prst="rect">
            <a:avLst/>
          </a:prstGeom>
          <a:noFill/>
          <a:ln>
            <a:noFill/>
          </a:ln>
        </p:spPr>
      </p:pic>
      <p:sp>
        <p:nvSpPr>
          <p:cNvPr id="21" name="Google Shape;21;p14"/>
          <p:cNvSpPr/>
          <p:nvPr/>
        </p:nvSpPr>
        <p:spPr>
          <a:xfrm>
            <a:off x="10824676" y="6530975"/>
            <a:ext cx="65617" cy="28733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9000C"/>
              </a:buClr>
              <a:buSzPts val="2400"/>
              <a:buFont typeface="Tahoma"/>
              <a:buNone/>
            </a:pPr>
            <a:r>
              <a:t/>
            </a:r>
            <a:endParaRPr b="1" i="0" sz="2400" u="none" cap="none" strike="noStrike">
              <a:solidFill>
                <a:srgbClr val="B9000C"/>
              </a:solidFill>
              <a:latin typeface="Tahoma"/>
              <a:ea typeface="Tahoma"/>
              <a:cs typeface="Tahoma"/>
              <a:sym typeface="Tahoma"/>
            </a:endParaRPr>
          </a:p>
        </p:txBody>
      </p:sp>
      <p:sp>
        <p:nvSpPr>
          <p:cNvPr id="22" name="Google Shape;22;p14"/>
          <p:cNvSpPr/>
          <p:nvPr/>
        </p:nvSpPr>
        <p:spPr>
          <a:xfrm>
            <a:off x="-6086" y="-26640"/>
            <a:ext cx="12198085" cy="3598863"/>
          </a:xfrm>
          <a:prstGeom prst="rect">
            <a:avLst/>
          </a:prstGeom>
          <a:solidFill>
            <a:srgbClr val="00A9E0"/>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9000C"/>
              </a:buClr>
              <a:buSzPts val="2400"/>
              <a:buFont typeface="Tahoma"/>
              <a:buNone/>
            </a:pPr>
            <a:r>
              <a:t/>
            </a:r>
            <a:endParaRPr b="1" i="0" sz="2400" u="none" cap="none" strike="noStrike">
              <a:solidFill>
                <a:srgbClr val="B9000C"/>
              </a:solidFill>
              <a:latin typeface="Tahoma"/>
              <a:ea typeface="Tahoma"/>
              <a:cs typeface="Tahoma"/>
              <a:sym typeface="Tahoma"/>
            </a:endParaRPr>
          </a:p>
        </p:txBody>
      </p:sp>
      <p:sp>
        <p:nvSpPr>
          <p:cNvPr id="23" name="Google Shape;23;p14"/>
          <p:cNvSpPr/>
          <p:nvPr/>
        </p:nvSpPr>
        <p:spPr>
          <a:xfrm>
            <a:off x="10841609" y="6530975"/>
            <a:ext cx="48684" cy="28733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9000C"/>
              </a:buClr>
              <a:buSzPts val="2400"/>
              <a:buFont typeface="Tahoma"/>
              <a:buNone/>
            </a:pPr>
            <a:r>
              <a:t/>
            </a:r>
            <a:endParaRPr b="1" i="0" sz="2400" u="none" cap="none" strike="noStrike">
              <a:solidFill>
                <a:srgbClr val="B9000C"/>
              </a:solidFill>
              <a:latin typeface="Tahoma"/>
              <a:ea typeface="Tahoma"/>
              <a:cs typeface="Tahoma"/>
              <a:sym typeface="Tahoma"/>
            </a:endParaRPr>
          </a:p>
        </p:txBody>
      </p:sp>
      <p:sp>
        <p:nvSpPr>
          <p:cNvPr id="24" name="Google Shape;24;p14"/>
          <p:cNvSpPr/>
          <p:nvPr/>
        </p:nvSpPr>
        <p:spPr>
          <a:xfrm>
            <a:off x="10841609" y="6530975"/>
            <a:ext cx="48684" cy="28733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9000C"/>
              </a:buClr>
              <a:buSzPts val="2400"/>
              <a:buFont typeface="Tahoma"/>
              <a:buNone/>
            </a:pPr>
            <a:r>
              <a:t/>
            </a:r>
            <a:endParaRPr b="1" i="0" sz="2400" u="none" cap="none" strike="noStrike">
              <a:solidFill>
                <a:srgbClr val="B9000C"/>
              </a:solidFill>
              <a:latin typeface="Tahoma"/>
              <a:ea typeface="Tahoma"/>
              <a:cs typeface="Tahoma"/>
              <a:sym typeface="Tahoma"/>
            </a:endParaRPr>
          </a:p>
        </p:txBody>
      </p:sp>
      <p:sp>
        <p:nvSpPr>
          <p:cNvPr id="25" name="Google Shape;25;p14"/>
          <p:cNvSpPr txBox="1"/>
          <p:nvPr>
            <p:ph idx="1" type="subTitle"/>
          </p:nvPr>
        </p:nvSpPr>
        <p:spPr>
          <a:xfrm>
            <a:off x="0" y="3621088"/>
            <a:ext cx="7464152" cy="1032048"/>
          </a:xfrm>
          <a:prstGeom prst="rect">
            <a:avLst/>
          </a:prstGeom>
          <a:noFill/>
          <a:ln>
            <a:noFill/>
          </a:ln>
        </p:spPr>
        <p:txBody>
          <a:bodyPr anchorCtr="0" anchor="t" bIns="45700" lIns="91425" spcFirstLastPara="1" rIns="91425" wrap="square" tIns="45700">
            <a:noAutofit/>
          </a:bodyPr>
          <a:lstStyle>
            <a:lvl1pPr lvl="0" algn="r">
              <a:spcBef>
                <a:spcPts val="640"/>
              </a:spcBef>
              <a:spcAft>
                <a:spcPts val="0"/>
              </a:spcAft>
              <a:buClr>
                <a:schemeClr val="dk1"/>
              </a:buClr>
              <a:buSzPts val="3200"/>
              <a:buFont typeface="Calibri"/>
              <a:buNone/>
              <a:defRPr sz="3200"/>
            </a:lvl1pPr>
            <a:lvl2pPr lvl="1" algn="l">
              <a:spcBef>
                <a:spcPts val="360"/>
              </a:spcBef>
              <a:spcAft>
                <a:spcPts val="0"/>
              </a:spcAft>
              <a:buClr>
                <a:schemeClr val="dk1"/>
              </a:buClr>
              <a:buSzPts val="1800"/>
              <a:buChar char="•"/>
              <a:defRPr/>
            </a:lvl2pPr>
            <a:lvl3pPr lvl="2" algn="l">
              <a:spcBef>
                <a:spcPts val="360"/>
              </a:spcBef>
              <a:spcAft>
                <a:spcPts val="0"/>
              </a:spcAft>
              <a:buClr>
                <a:schemeClr val="dk1"/>
              </a:buClr>
              <a:buSzPts val="1800"/>
              <a:buChar char="•"/>
              <a:defRPr/>
            </a:lvl3pPr>
            <a:lvl4pPr lvl="3" algn="l">
              <a:spcBef>
                <a:spcPts val="360"/>
              </a:spcBef>
              <a:spcAft>
                <a:spcPts val="0"/>
              </a:spcAft>
              <a:buClr>
                <a:schemeClr val="dk1"/>
              </a:buClr>
              <a:buSzPts val="1800"/>
              <a:buChar char="•"/>
              <a:defRPr/>
            </a:lvl4pPr>
            <a:lvl5pPr lvl="4" algn="l">
              <a:spcBef>
                <a:spcPts val="360"/>
              </a:spcBef>
              <a:spcAft>
                <a:spcPts val="0"/>
              </a:spcAft>
              <a:buClr>
                <a:schemeClr val="dk1"/>
              </a:buClr>
              <a:buSzPts val="1800"/>
              <a:buChar char="•"/>
              <a:defRPr/>
            </a:lvl5pPr>
            <a:lvl6pPr lvl="5" algn="l">
              <a:spcBef>
                <a:spcPts val="360"/>
              </a:spcBef>
              <a:spcAft>
                <a:spcPts val="0"/>
              </a:spcAft>
              <a:buClr>
                <a:schemeClr val="dk1"/>
              </a:buClr>
              <a:buSzPts val="1800"/>
              <a:buChar char="•"/>
              <a:defRPr/>
            </a:lvl6pPr>
            <a:lvl7pPr lvl="6" algn="l">
              <a:spcBef>
                <a:spcPts val="360"/>
              </a:spcBef>
              <a:spcAft>
                <a:spcPts val="0"/>
              </a:spcAft>
              <a:buClr>
                <a:schemeClr val="dk1"/>
              </a:buClr>
              <a:buSzPts val="1800"/>
              <a:buChar char="•"/>
              <a:defRPr/>
            </a:lvl7pPr>
            <a:lvl8pPr lvl="7" algn="l">
              <a:spcBef>
                <a:spcPts val="360"/>
              </a:spcBef>
              <a:spcAft>
                <a:spcPts val="0"/>
              </a:spcAft>
              <a:buClr>
                <a:schemeClr val="dk1"/>
              </a:buClr>
              <a:buSzPts val="1800"/>
              <a:buChar char="•"/>
              <a:defRPr/>
            </a:lvl8pPr>
            <a:lvl9pPr lvl="8" algn="l">
              <a:spcBef>
                <a:spcPts val="360"/>
              </a:spcBef>
              <a:spcAft>
                <a:spcPts val="0"/>
              </a:spcAft>
              <a:buClr>
                <a:schemeClr val="dk1"/>
              </a:buClr>
              <a:buSzPts val="1800"/>
              <a:buChar char="•"/>
              <a:defRPr/>
            </a:lvl9pPr>
          </a:lstStyle>
          <a:p/>
        </p:txBody>
      </p:sp>
      <p:sp>
        <p:nvSpPr>
          <p:cNvPr id="26" name="Google Shape;26;p14"/>
          <p:cNvSpPr txBox="1"/>
          <p:nvPr>
            <p:ph type="ctrTitle"/>
          </p:nvPr>
        </p:nvSpPr>
        <p:spPr>
          <a:xfrm>
            <a:off x="0" y="1958976"/>
            <a:ext cx="7464152" cy="1254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b="0" sz="44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dpis a obsah" type="obj">
  <p:cSld name="OBJECT">
    <p:spTree>
      <p:nvGrpSpPr>
        <p:cNvPr id="27" name="Shape 27"/>
        <p:cNvGrpSpPr/>
        <p:nvPr/>
      </p:nvGrpSpPr>
      <p:grpSpPr>
        <a:xfrm>
          <a:off x="0" y="0"/>
          <a:ext cx="0" cy="0"/>
          <a:chOff x="0" y="0"/>
          <a:chExt cx="0" cy="0"/>
        </a:xfrm>
      </p:grpSpPr>
      <p:sp>
        <p:nvSpPr>
          <p:cNvPr id="28" name="Google Shape;28;p15"/>
          <p:cNvSpPr txBox="1"/>
          <p:nvPr>
            <p:ph type="title"/>
          </p:nvPr>
        </p:nvSpPr>
        <p:spPr>
          <a:xfrm>
            <a:off x="431801" y="-100013"/>
            <a:ext cx="10265833" cy="72072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5"/>
          <p:cNvSpPr txBox="1"/>
          <p:nvPr>
            <p:ph idx="1" type="body"/>
          </p:nvPr>
        </p:nvSpPr>
        <p:spPr>
          <a:xfrm>
            <a:off x="431801" y="765175"/>
            <a:ext cx="11521017" cy="6034717"/>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0" name="Google Shape;30;p15"/>
          <p:cNvSpPr txBox="1"/>
          <p:nvPr>
            <p:ph idx="12" type="sldNum"/>
          </p:nvPr>
        </p:nvSpPr>
        <p:spPr>
          <a:xfrm>
            <a:off x="11430000" y="6524626"/>
            <a:ext cx="569384" cy="333375"/>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1pPr>
            <a:lvl2pPr indent="0" lvl="1"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2pPr>
            <a:lvl3pPr indent="0" lvl="2"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3pPr>
            <a:lvl4pPr indent="0" lvl="3"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4pPr>
            <a:lvl5pPr indent="0" lvl="4"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5pPr>
            <a:lvl6pPr indent="0" lvl="5"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6pPr>
            <a:lvl7pPr indent="0" lvl="6"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7pPr>
            <a:lvl8pPr indent="0" lvl="7"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8pPr>
            <a:lvl9pPr indent="0" lvl="8"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cs-CZ"/>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ázdný">
  <p:cSld name="Prázdný">
    <p:spTree>
      <p:nvGrpSpPr>
        <p:cNvPr id="31" name="Shape 31"/>
        <p:cNvGrpSpPr/>
        <p:nvPr/>
      </p:nvGrpSpPr>
      <p:grpSpPr>
        <a:xfrm>
          <a:off x="0" y="0"/>
          <a:ext cx="0" cy="0"/>
          <a:chOff x="0" y="0"/>
          <a:chExt cx="0" cy="0"/>
        </a:xfrm>
      </p:grpSpPr>
      <p:sp>
        <p:nvSpPr>
          <p:cNvPr id="32" name="Google Shape;32;p16"/>
          <p:cNvSpPr txBox="1"/>
          <p:nvPr>
            <p:ph type="title"/>
          </p:nvPr>
        </p:nvSpPr>
        <p:spPr>
          <a:xfrm>
            <a:off x="431801" y="-100013"/>
            <a:ext cx="10265833" cy="72072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6"/>
          <p:cNvSpPr txBox="1"/>
          <p:nvPr>
            <p:ph idx="12" type="sldNum"/>
          </p:nvPr>
        </p:nvSpPr>
        <p:spPr>
          <a:xfrm>
            <a:off x="11430000" y="6524626"/>
            <a:ext cx="569384" cy="333375"/>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1pPr>
            <a:lvl2pPr indent="0" lvl="1"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2pPr>
            <a:lvl3pPr indent="0" lvl="2"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3pPr>
            <a:lvl4pPr indent="0" lvl="3"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4pPr>
            <a:lvl5pPr indent="0" lvl="4"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5pPr>
            <a:lvl6pPr indent="0" lvl="5"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6pPr>
            <a:lvl7pPr indent="0" lvl="6"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7pPr>
            <a:lvl8pPr indent="0" lvl="7"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8pPr>
            <a:lvl9pPr indent="0" lvl="8"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cs-CZ"/>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áhlaví části" type="secHead">
  <p:cSld name="SECTION_HEADER">
    <p:bg>
      <p:bgPr>
        <a:solidFill>
          <a:schemeClr val="lt1"/>
        </a:solidFill>
      </p:bgPr>
    </p:bg>
    <p:spTree>
      <p:nvGrpSpPr>
        <p:cNvPr id="34" name="Shape 34"/>
        <p:cNvGrpSpPr/>
        <p:nvPr/>
      </p:nvGrpSpPr>
      <p:grpSpPr>
        <a:xfrm>
          <a:off x="0" y="0"/>
          <a:ext cx="0" cy="0"/>
          <a:chOff x="0" y="0"/>
          <a:chExt cx="0" cy="0"/>
        </a:xfrm>
      </p:grpSpPr>
      <p:sp>
        <p:nvSpPr>
          <p:cNvPr id="35" name="Google Shape;35;p17"/>
          <p:cNvSpPr txBox="1"/>
          <p:nvPr>
            <p:ph type="title"/>
          </p:nvPr>
        </p:nvSpPr>
        <p:spPr>
          <a:xfrm>
            <a:off x="963084" y="4406901"/>
            <a:ext cx="103632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7"/>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560"/>
              </a:spcBef>
              <a:spcAft>
                <a:spcPts val="0"/>
              </a:spcAft>
              <a:buClr>
                <a:schemeClr val="dk1"/>
              </a:buClr>
              <a:buSzPts val="2800"/>
              <a:buFont typeface="Calibri"/>
              <a:buNone/>
              <a:defRPr sz="2800"/>
            </a:lvl1pPr>
            <a:lvl2pPr indent="-228600" lvl="1" marL="914400" algn="l">
              <a:spcBef>
                <a:spcPts val="360"/>
              </a:spcBef>
              <a:spcAft>
                <a:spcPts val="0"/>
              </a:spcAft>
              <a:buClr>
                <a:schemeClr val="dk1"/>
              </a:buClr>
              <a:buSzPts val="1800"/>
              <a:buFont typeface="Calibri"/>
              <a:buNone/>
              <a:defRPr sz="1800"/>
            </a:lvl2pPr>
            <a:lvl3pPr indent="-228600" lvl="2" marL="1371600" algn="l">
              <a:spcBef>
                <a:spcPts val="320"/>
              </a:spcBef>
              <a:spcAft>
                <a:spcPts val="0"/>
              </a:spcAft>
              <a:buClr>
                <a:schemeClr val="dk1"/>
              </a:buClr>
              <a:buSzPts val="1600"/>
              <a:buFont typeface="Calibri"/>
              <a:buNone/>
              <a:defRPr sz="1600"/>
            </a:lvl3pPr>
            <a:lvl4pPr indent="-228600" lvl="3" marL="1828800" algn="l">
              <a:spcBef>
                <a:spcPts val="280"/>
              </a:spcBef>
              <a:spcAft>
                <a:spcPts val="0"/>
              </a:spcAft>
              <a:buClr>
                <a:schemeClr val="dk1"/>
              </a:buClr>
              <a:buSzPts val="1400"/>
              <a:buFont typeface="Calibri"/>
              <a:buNone/>
              <a:defRPr sz="1400"/>
            </a:lvl4pPr>
            <a:lvl5pPr indent="-228600" lvl="4" marL="2286000" algn="l">
              <a:spcBef>
                <a:spcPts val="280"/>
              </a:spcBef>
              <a:spcAft>
                <a:spcPts val="0"/>
              </a:spcAft>
              <a:buClr>
                <a:schemeClr val="dk1"/>
              </a:buClr>
              <a:buSzPts val="1400"/>
              <a:buFont typeface="Calibri"/>
              <a:buNone/>
              <a:defRPr sz="1400"/>
            </a:lvl5pPr>
            <a:lvl6pPr indent="-228600" lvl="5" marL="2743200" algn="l">
              <a:spcBef>
                <a:spcPts val="280"/>
              </a:spcBef>
              <a:spcAft>
                <a:spcPts val="0"/>
              </a:spcAft>
              <a:buClr>
                <a:schemeClr val="dk1"/>
              </a:buClr>
              <a:buSzPts val="1400"/>
              <a:buFont typeface="Tahoma"/>
              <a:buNone/>
              <a:defRPr sz="1400"/>
            </a:lvl6pPr>
            <a:lvl7pPr indent="-228600" lvl="6" marL="3200400" algn="l">
              <a:spcBef>
                <a:spcPts val="280"/>
              </a:spcBef>
              <a:spcAft>
                <a:spcPts val="0"/>
              </a:spcAft>
              <a:buClr>
                <a:schemeClr val="dk1"/>
              </a:buClr>
              <a:buSzPts val="1400"/>
              <a:buFont typeface="Tahoma"/>
              <a:buNone/>
              <a:defRPr sz="1400"/>
            </a:lvl7pPr>
            <a:lvl8pPr indent="-228600" lvl="7" marL="3657600" algn="l">
              <a:spcBef>
                <a:spcPts val="280"/>
              </a:spcBef>
              <a:spcAft>
                <a:spcPts val="0"/>
              </a:spcAft>
              <a:buClr>
                <a:schemeClr val="dk1"/>
              </a:buClr>
              <a:buSzPts val="1400"/>
              <a:buFont typeface="Tahoma"/>
              <a:buNone/>
              <a:defRPr sz="1400"/>
            </a:lvl8pPr>
            <a:lvl9pPr indent="-228600" lvl="8" marL="4114800" algn="l">
              <a:spcBef>
                <a:spcPts val="280"/>
              </a:spcBef>
              <a:spcAft>
                <a:spcPts val="0"/>
              </a:spcAft>
              <a:buClr>
                <a:schemeClr val="dk1"/>
              </a:buClr>
              <a:buSzPts val="1400"/>
              <a:buFont typeface="Tahoma"/>
              <a:buNone/>
              <a:defRPr sz="1400"/>
            </a:lvl9pPr>
          </a:lstStyle>
          <a:p/>
        </p:txBody>
      </p:sp>
      <p:sp>
        <p:nvSpPr>
          <p:cNvPr id="37" name="Google Shape;37;p17"/>
          <p:cNvSpPr txBox="1"/>
          <p:nvPr>
            <p:ph idx="12" type="sldNum"/>
          </p:nvPr>
        </p:nvSpPr>
        <p:spPr>
          <a:xfrm>
            <a:off x="11430000" y="6524626"/>
            <a:ext cx="569384" cy="333375"/>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1pPr>
            <a:lvl2pPr indent="0" lvl="1"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2pPr>
            <a:lvl3pPr indent="0" lvl="2"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3pPr>
            <a:lvl4pPr indent="0" lvl="3"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4pPr>
            <a:lvl5pPr indent="0" lvl="4"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5pPr>
            <a:lvl6pPr indent="0" lvl="5"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6pPr>
            <a:lvl7pPr indent="0" lvl="6"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7pPr>
            <a:lvl8pPr indent="0" lvl="7"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8pPr>
            <a:lvl9pPr indent="0" lvl="8"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cs-CZ"/>
              <a:t>‹#›</a:t>
            </a:fld>
            <a:endParaRPr/>
          </a:p>
        </p:txBody>
      </p:sp>
      <p:sp>
        <p:nvSpPr>
          <p:cNvPr id="38" name="Google Shape;38;p17"/>
          <p:cNvSpPr/>
          <p:nvPr/>
        </p:nvSpPr>
        <p:spPr>
          <a:xfrm>
            <a:off x="0" y="0"/>
            <a:ext cx="12192000" cy="548680"/>
          </a:xfrm>
          <a:prstGeom prst="rect">
            <a:avLst/>
          </a:prstGeom>
          <a:solidFill>
            <a:schemeClr val="lt1"/>
          </a:solidFill>
          <a:ln>
            <a:noFill/>
          </a:ln>
        </p:spPr>
        <p:txBody>
          <a:bodyPr anchorCtr="0" anchor="t" bIns="45700" lIns="91425" spcFirstLastPara="1" rIns="91425" wrap="square" tIns="45700">
            <a:noAutofit/>
          </a:bodyPr>
          <a:lstStyle/>
          <a:p>
            <a:pPr indent="-190500" lvl="0" marL="342900" marR="0" rtl="0" algn="l">
              <a:lnSpc>
                <a:spcPct val="100000"/>
              </a:lnSpc>
              <a:spcBef>
                <a:spcPts val="0"/>
              </a:spcBef>
              <a:spcAft>
                <a:spcPts val="0"/>
              </a:spcAft>
              <a:buClr>
                <a:srgbClr val="B9000C"/>
              </a:buClr>
              <a:buSzPts val="2400"/>
              <a:buFont typeface="Tahoma"/>
              <a:buNone/>
            </a:pPr>
            <a:r>
              <a:t/>
            </a:r>
            <a:endParaRPr b="1" i="0" sz="2400" u="none" cap="none" strike="noStrike">
              <a:solidFill>
                <a:srgbClr val="B9000C"/>
              </a:solidFill>
              <a:latin typeface="Tahoma"/>
              <a:ea typeface="Tahoma"/>
              <a:cs typeface="Tahoma"/>
              <a:sym typeface="Tahom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va obsahy" type="twoObj">
  <p:cSld name="TWO_OBJECTS">
    <p:spTree>
      <p:nvGrpSpPr>
        <p:cNvPr id="39" name="Shape 39"/>
        <p:cNvGrpSpPr/>
        <p:nvPr/>
      </p:nvGrpSpPr>
      <p:grpSpPr>
        <a:xfrm>
          <a:off x="0" y="0"/>
          <a:ext cx="0" cy="0"/>
          <a:chOff x="0" y="0"/>
          <a:chExt cx="0" cy="0"/>
        </a:xfrm>
      </p:grpSpPr>
      <p:sp>
        <p:nvSpPr>
          <p:cNvPr id="40" name="Google Shape;40;p18"/>
          <p:cNvSpPr txBox="1"/>
          <p:nvPr>
            <p:ph type="title"/>
          </p:nvPr>
        </p:nvSpPr>
        <p:spPr>
          <a:xfrm>
            <a:off x="431801" y="-100013"/>
            <a:ext cx="10265833" cy="72072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18"/>
          <p:cNvSpPr txBox="1"/>
          <p:nvPr>
            <p:ph idx="1" type="body"/>
          </p:nvPr>
        </p:nvSpPr>
        <p:spPr>
          <a:xfrm>
            <a:off x="431800" y="765175"/>
            <a:ext cx="5657851" cy="5330825"/>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Calibri"/>
              <a:buChar char="•"/>
              <a:defRPr sz="2800"/>
            </a:lvl1pPr>
            <a:lvl2pPr indent="-381000" lvl="1" marL="914400" algn="l">
              <a:spcBef>
                <a:spcPts val="480"/>
              </a:spcBef>
              <a:spcAft>
                <a:spcPts val="0"/>
              </a:spcAft>
              <a:buClr>
                <a:schemeClr val="dk1"/>
              </a:buClr>
              <a:buSzPts val="2400"/>
              <a:buFont typeface="Calibri"/>
              <a:buChar char="•"/>
              <a:defRPr sz="2400"/>
            </a:lvl2pPr>
            <a:lvl3pPr indent="-355600" lvl="2" marL="1371600" algn="l">
              <a:spcBef>
                <a:spcPts val="400"/>
              </a:spcBef>
              <a:spcAft>
                <a:spcPts val="0"/>
              </a:spcAft>
              <a:buClr>
                <a:schemeClr val="dk1"/>
              </a:buClr>
              <a:buSzPts val="2000"/>
              <a:buFont typeface="Calibri"/>
              <a:buChar char="•"/>
              <a:defRPr sz="2000"/>
            </a:lvl3pPr>
            <a:lvl4pPr indent="-342900" lvl="3" marL="1828800" algn="l">
              <a:spcBef>
                <a:spcPts val="360"/>
              </a:spcBef>
              <a:spcAft>
                <a:spcPts val="0"/>
              </a:spcAft>
              <a:buClr>
                <a:schemeClr val="dk1"/>
              </a:buClr>
              <a:buSzPts val="1800"/>
              <a:buFont typeface="Calibri"/>
              <a:buChar char="•"/>
              <a:defRPr sz="1800"/>
            </a:lvl4pPr>
            <a:lvl5pPr indent="-342900" lvl="4" marL="2286000" algn="l">
              <a:spcBef>
                <a:spcPts val="360"/>
              </a:spcBef>
              <a:spcAft>
                <a:spcPts val="0"/>
              </a:spcAft>
              <a:buClr>
                <a:schemeClr val="dk1"/>
              </a:buClr>
              <a:buSzPts val="1800"/>
              <a:buFont typeface="Calibri"/>
              <a:buChar char="•"/>
              <a:defRPr sz="1800"/>
            </a:lvl5pPr>
            <a:lvl6pPr indent="-342900" lvl="5" marL="2743200" algn="l">
              <a:spcBef>
                <a:spcPts val="360"/>
              </a:spcBef>
              <a:spcAft>
                <a:spcPts val="0"/>
              </a:spcAft>
              <a:buClr>
                <a:schemeClr val="dk1"/>
              </a:buClr>
              <a:buSzPts val="1800"/>
              <a:buFont typeface="Tahoma"/>
              <a:buChar char="•"/>
              <a:defRPr sz="1800"/>
            </a:lvl6pPr>
            <a:lvl7pPr indent="-342900" lvl="6" marL="3200400" algn="l">
              <a:spcBef>
                <a:spcPts val="360"/>
              </a:spcBef>
              <a:spcAft>
                <a:spcPts val="0"/>
              </a:spcAft>
              <a:buClr>
                <a:schemeClr val="dk1"/>
              </a:buClr>
              <a:buSzPts val="1800"/>
              <a:buFont typeface="Tahoma"/>
              <a:buChar char="•"/>
              <a:defRPr sz="1800"/>
            </a:lvl7pPr>
            <a:lvl8pPr indent="-342900" lvl="7" marL="3657600" algn="l">
              <a:spcBef>
                <a:spcPts val="360"/>
              </a:spcBef>
              <a:spcAft>
                <a:spcPts val="0"/>
              </a:spcAft>
              <a:buClr>
                <a:schemeClr val="dk1"/>
              </a:buClr>
              <a:buSzPts val="1800"/>
              <a:buFont typeface="Tahoma"/>
              <a:buChar char="•"/>
              <a:defRPr sz="1800"/>
            </a:lvl8pPr>
            <a:lvl9pPr indent="-342900" lvl="8" marL="4114800" algn="l">
              <a:spcBef>
                <a:spcPts val="360"/>
              </a:spcBef>
              <a:spcAft>
                <a:spcPts val="0"/>
              </a:spcAft>
              <a:buClr>
                <a:schemeClr val="dk1"/>
              </a:buClr>
              <a:buSzPts val="1800"/>
              <a:buFont typeface="Tahoma"/>
              <a:buChar char="•"/>
              <a:defRPr sz="1800"/>
            </a:lvl9pPr>
          </a:lstStyle>
          <a:p/>
        </p:txBody>
      </p:sp>
      <p:sp>
        <p:nvSpPr>
          <p:cNvPr id="42" name="Google Shape;42;p18"/>
          <p:cNvSpPr txBox="1"/>
          <p:nvPr>
            <p:ph idx="2" type="body"/>
          </p:nvPr>
        </p:nvSpPr>
        <p:spPr>
          <a:xfrm>
            <a:off x="6292851" y="765175"/>
            <a:ext cx="5659967" cy="5330825"/>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Calibri"/>
              <a:buChar char="•"/>
              <a:defRPr sz="2800"/>
            </a:lvl1pPr>
            <a:lvl2pPr indent="-381000" lvl="1" marL="914400" algn="l">
              <a:spcBef>
                <a:spcPts val="480"/>
              </a:spcBef>
              <a:spcAft>
                <a:spcPts val="0"/>
              </a:spcAft>
              <a:buClr>
                <a:schemeClr val="dk1"/>
              </a:buClr>
              <a:buSzPts val="2400"/>
              <a:buFont typeface="Calibri"/>
              <a:buChar char="•"/>
              <a:defRPr sz="2400"/>
            </a:lvl2pPr>
            <a:lvl3pPr indent="-355600" lvl="2" marL="1371600" algn="l">
              <a:spcBef>
                <a:spcPts val="400"/>
              </a:spcBef>
              <a:spcAft>
                <a:spcPts val="0"/>
              </a:spcAft>
              <a:buClr>
                <a:schemeClr val="dk1"/>
              </a:buClr>
              <a:buSzPts val="2000"/>
              <a:buFont typeface="Calibri"/>
              <a:buChar char="•"/>
              <a:defRPr sz="2000"/>
            </a:lvl3pPr>
            <a:lvl4pPr indent="-342900" lvl="3" marL="1828800" algn="l">
              <a:spcBef>
                <a:spcPts val="360"/>
              </a:spcBef>
              <a:spcAft>
                <a:spcPts val="0"/>
              </a:spcAft>
              <a:buClr>
                <a:schemeClr val="dk1"/>
              </a:buClr>
              <a:buSzPts val="1800"/>
              <a:buFont typeface="Calibri"/>
              <a:buChar char="•"/>
              <a:defRPr sz="1800"/>
            </a:lvl4pPr>
            <a:lvl5pPr indent="-342900" lvl="4" marL="2286000" algn="l">
              <a:spcBef>
                <a:spcPts val="360"/>
              </a:spcBef>
              <a:spcAft>
                <a:spcPts val="0"/>
              </a:spcAft>
              <a:buClr>
                <a:schemeClr val="dk1"/>
              </a:buClr>
              <a:buSzPts val="1800"/>
              <a:buFont typeface="Calibri"/>
              <a:buChar char="•"/>
              <a:defRPr sz="1800"/>
            </a:lvl5pPr>
            <a:lvl6pPr indent="-342900" lvl="5" marL="2743200" algn="l">
              <a:spcBef>
                <a:spcPts val="360"/>
              </a:spcBef>
              <a:spcAft>
                <a:spcPts val="0"/>
              </a:spcAft>
              <a:buClr>
                <a:schemeClr val="dk1"/>
              </a:buClr>
              <a:buSzPts val="1800"/>
              <a:buFont typeface="Tahoma"/>
              <a:buChar char="•"/>
              <a:defRPr sz="1800"/>
            </a:lvl6pPr>
            <a:lvl7pPr indent="-342900" lvl="6" marL="3200400" algn="l">
              <a:spcBef>
                <a:spcPts val="360"/>
              </a:spcBef>
              <a:spcAft>
                <a:spcPts val="0"/>
              </a:spcAft>
              <a:buClr>
                <a:schemeClr val="dk1"/>
              </a:buClr>
              <a:buSzPts val="1800"/>
              <a:buFont typeface="Tahoma"/>
              <a:buChar char="•"/>
              <a:defRPr sz="1800"/>
            </a:lvl7pPr>
            <a:lvl8pPr indent="-342900" lvl="7" marL="3657600" algn="l">
              <a:spcBef>
                <a:spcPts val="360"/>
              </a:spcBef>
              <a:spcAft>
                <a:spcPts val="0"/>
              </a:spcAft>
              <a:buClr>
                <a:schemeClr val="dk1"/>
              </a:buClr>
              <a:buSzPts val="1800"/>
              <a:buFont typeface="Tahoma"/>
              <a:buChar char="•"/>
              <a:defRPr sz="1800"/>
            </a:lvl8pPr>
            <a:lvl9pPr indent="-342900" lvl="8" marL="4114800" algn="l">
              <a:spcBef>
                <a:spcPts val="360"/>
              </a:spcBef>
              <a:spcAft>
                <a:spcPts val="0"/>
              </a:spcAft>
              <a:buClr>
                <a:schemeClr val="dk1"/>
              </a:buClr>
              <a:buSzPts val="1800"/>
              <a:buFont typeface="Tahoma"/>
              <a:buChar char="•"/>
              <a:defRPr sz="1800"/>
            </a:lvl9pPr>
          </a:lstStyle>
          <a:p/>
        </p:txBody>
      </p:sp>
      <p:sp>
        <p:nvSpPr>
          <p:cNvPr id="43" name="Google Shape;43;p18"/>
          <p:cNvSpPr txBox="1"/>
          <p:nvPr>
            <p:ph idx="12" type="sldNum"/>
          </p:nvPr>
        </p:nvSpPr>
        <p:spPr>
          <a:xfrm>
            <a:off x="11430000" y="6524626"/>
            <a:ext cx="569384" cy="333375"/>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1pPr>
            <a:lvl2pPr indent="0" lvl="1"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2pPr>
            <a:lvl3pPr indent="0" lvl="2"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3pPr>
            <a:lvl4pPr indent="0" lvl="3"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4pPr>
            <a:lvl5pPr indent="0" lvl="4"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5pPr>
            <a:lvl6pPr indent="0" lvl="5"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6pPr>
            <a:lvl7pPr indent="0" lvl="6"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7pPr>
            <a:lvl8pPr indent="0" lvl="7"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8pPr>
            <a:lvl9pPr indent="0" lvl="8"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cs-CZ"/>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ovnání">
  <p:cSld name="Porovnání">
    <p:spTree>
      <p:nvGrpSpPr>
        <p:cNvPr id="44" name="Shape 44"/>
        <p:cNvGrpSpPr/>
        <p:nvPr/>
      </p:nvGrpSpPr>
      <p:grpSpPr>
        <a:xfrm>
          <a:off x="0" y="0"/>
          <a:ext cx="0" cy="0"/>
          <a:chOff x="0" y="0"/>
          <a:chExt cx="0" cy="0"/>
        </a:xfrm>
      </p:grpSpPr>
      <p:sp>
        <p:nvSpPr>
          <p:cNvPr id="45" name="Google Shape;45;p19"/>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Calibri"/>
              <a:buNone/>
              <a:defRPr b="1" sz="2400"/>
            </a:lvl1pPr>
            <a:lvl2pPr indent="-228600" lvl="1" marL="914400" algn="l">
              <a:spcBef>
                <a:spcPts val="400"/>
              </a:spcBef>
              <a:spcAft>
                <a:spcPts val="0"/>
              </a:spcAft>
              <a:buClr>
                <a:schemeClr val="dk1"/>
              </a:buClr>
              <a:buSzPts val="2000"/>
              <a:buFont typeface="Calibri"/>
              <a:buNone/>
              <a:defRPr b="1" sz="2000"/>
            </a:lvl2pPr>
            <a:lvl3pPr indent="-228600" lvl="2" marL="1371600" algn="l">
              <a:spcBef>
                <a:spcPts val="360"/>
              </a:spcBef>
              <a:spcAft>
                <a:spcPts val="0"/>
              </a:spcAft>
              <a:buClr>
                <a:schemeClr val="dk1"/>
              </a:buClr>
              <a:buSzPts val="1800"/>
              <a:buFont typeface="Calibri"/>
              <a:buNone/>
              <a:defRPr b="1" sz="1800"/>
            </a:lvl3pPr>
            <a:lvl4pPr indent="-228600" lvl="3" marL="1828800" algn="l">
              <a:spcBef>
                <a:spcPts val="320"/>
              </a:spcBef>
              <a:spcAft>
                <a:spcPts val="0"/>
              </a:spcAft>
              <a:buClr>
                <a:schemeClr val="dk1"/>
              </a:buClr>
              <a:buSzPts val="1600"/>
              <a:buFont typeface="Calibri"/>
              <a:buNone/>
              <a:defRPr b="1" sz="1600"/>
            </a:lvl4pPr>
            <a:lvl5pPr indent="-228600" lvl="4" marL="2286000" algn="l">
              <a:spcBef>
                <a:spcPts val="320"/>
              </a:spcBef>
              <a:spcAft>
                <a:spcPts val="0"/>
              </a:spcAft>
              <a:buClr>
                <a:schemeClr val="dk1"/>
              </a:buClr>
              <a:buSzPts val="1600"/>
              <a:buFont typeface="Calibri"/>
              <a:buNone/>
              <a:defRPr b="1" sz="1600"/>
            </a:lvl5pPr>
            <a:lvl6pPr indent="-228600" lvl="5" marL="2743200" algn="l">
              <a:spcBef>
                <a:spcPts val="320"/>
              </a:spcBef>
              <a:spcAft>
                <a:spcPts val="0"/>
              </a:spcAft>
              <a:buClr>
                <a:schemeClr val="dk1"/>
              </a:buClr>
              <a:buSzPts val="1600"/>
              <a:buFont typeface="Tahoma"/>
              <a:buNone/>
              <a:defRPr b="1" sz="1600"/>
            </a:lvl6pPr>
            <a:lvl7pPr indent="-228600" lvl="6" marL="3200400" algn="l">
              <a:spcBef>
                <a:spcPts val="320"/>
              </a:spcBef>
              <a:spcAft>
                <a:spcPts val="0"/>
              </a:spcAft>
              <a:buClr>
                <a:schemeClr val="dk1"/>
              </a:buClr>
              <a:buSzPts val="1600"/>
              <a:buFont typeface="Tahoma"/>
              <a:buNone/>
              <a:defRPr b="1" sz="1600"/>
            </a:lvl7pPr>
            <a:lvl8pPr indent="-228600" lvl="7" marL="3657600" algn="l">
              <a:spcBef>
                <a:spcPts val="320"/>
              </a:spcBef>
              <a:spcAft>
                <a:spcPts val="0"/>
              </a:spcAft>
              <a:buClr>
                <a:schemeClr val="dk1"/>
              </a:buClr>
              <a:buSzPts val="1600"/>
              <a:buFont typeface="Tahoma"/>
              <a:buNone/>
              <a:defRPr b="1" sz="1600"/>
            </a:lvl8pPr>
            <a:lvl9pPr indent="-228600" lvl="8" marL="4114800" algn="l">
              <a:spcBef>
                <a:spcPts val="320"/>
              </a:spcBef>
              <a:spcAft>
                <a:spcPts val="0"/>
              </a:spcAft>
              <a:buClr>
                <a:schemeClr val="dk1"/>
              </a:buClr>
              <a:buSzPts val="1600"/>
              <a:buFont typeface="Tahoma"/>
              <a:buNone/>
              <a:defRPr b="1" sz="1600"/>
            </a:lvl9pPr>
          </a:lstStyle>
          <a:p/>
        </p:txBody>
      </p:sp>
      <p:sp>
        <p:nvSpPr>
          <p:cNvPr id="46" name="Google Shape;46;p19"/>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Calibri"/>
              <a:buChar char="•"/>
              <a:defRPr sz="2400"/>
            </a:lvl1pPr>
            <a:lvl2pPr indent="-355600" lvl="1" marL="914400" algn="l">
              <a:spcBef>
                <a:spcPts val="400"/>
              </a:spcBef>
              <a:spcAft>
                <a:spcPts val="0"/>
              </a:spcAft>
              <a:buClr>
                <a:schemeClr val="dk1"/>
              </a:buClr>
              <a:buSzPts val="2000"/>
              <a:buFont typeface="Calibri"/>
              <a:buChar char="•"/>
              <a:defRPr sz="2000"/>
            </a:lvl2pPr>
            <a:lvl3pPr indent="-342900" lvl="2" marL="1371600" algn="l">
              <a:spcBef>
                <a:spcPts val="360"/>
              </a:spcBef>
              <a:spcAft>
                <a:spcPts val="0"/>
              </a:spcAft>
              <a:buClr>
                <a:schemeClr val="dk1"/>
              </a:buClr>
              <a:buSzPts val="1800"/>
              <a:buFont typeface="Calibri"/>
              <a:buChar char="•"/>
              <a:defRPr sz="1800"/>
            </a:lvl3pPr>
            <a:lvl4pPr indent="-330200" lvl="3" marL="1828800" algn="l">
              <a:spcBef>
                <a:spcPts val="320"/>
              </a:spcBef>
              <a:spcAft>
                <a:spcPts val="0"/>
              </a:spcAft>
              <a:buClr>
                <a:schemeClr val="dk1"/>
              </a:buClr>
              <a:buSzPts val="1600"/>
              <a:buFont typeface="Calibri"/>
              <a:buChar char="•"/>
              <a:defRPr sz="1600"/>
            </a:lvl4pPr>
            <a:lvl5pPr indent="-330200" lvl="4" marL="2286000" algn="l">
              <a:spcBef>
                <a:spcPts val="320"/>
              </a:spcBef>
              <a:spcAft>
                <a:spcPts val="0"/>
              </a:spcAft>
              <a:buClr>
                <a:schemeClr val="dk1"/>
              </a:buClr>
              <a:buSzPts val="1600"/>
              <a:buFont typeface="Calibri"/>
              <a:buChar char="•"/>
              <a:defRPr sz="1600"/>
            </a:lvl5pPr>
            <a:lvl6pPr indent="-330200" lvl="5" marL="2743200" algn="l">
              <a:spcBef>
                <a:spcPts val="320"/>
              </a:spcBef>
              <a:spcAft>
                <a:spcPts val="0"/>
              </a:spcAft>
              <a:buClr>
                <a:schemeClr val="dk1"/>
              </a:buClr>
              <a:buSzPts val="1600"/>
              <a:buFont typeface="Tahoma"/>
              <a:buChar char="•"/>
              <a:defRPr sz="1600"/>
            </a:lvl6pPr>
            <a:lvl7pPr indent="-330200" lvl="6" marL="3200400" algn="l">
              <a:spcBef>
                <a:spcPts val="320"/>
              </a:spcBef>
              <a:spcAft>
                <a:spcPts val="0"/>
              </a:spcAft>
              <a:buClr>
                <a:schemeClr val="dk1"/>
              </a:buClr>
              <a:buSzPts val="1600"/>
              <a:buFont typeface="Tahoma"/>
              <a:buChar char="•"/>
              <a:defRPr sz="1600"/>
            </a:lvl7pPr>
            <a:lvl8pPr indent="-330200" lvl="7" marL="3657600" algn="l">
              <a:spcBef>
                <a:spcPts val="320"/>
              </a:spcBef>
              <a:spcAft>
                <a:spcPts val="0"/>
              </a:spcAft>
              <a:buClr>
                <a:schemeClr val="dk1"/>
              </a:buClr>
              <a:buSzPts val="1600"/>
              <a:buFont typeface="Tahoma"/>
              <a:buChar char="•"/>
              <a:defRPr sz="1600"/>
            </a:lvl8pPr>
            <a:lvl9pPr indent="-330200" lvl="8" marL="4114800" algn="l">
              <a:spcBef>
                <a:spcPts val="320"/>
              </a:spcBef>
              <a:spcAft>
                <a:spcPts val="0"/>
              </a:spcAft>
              <a:buClr>
                <a:schemeClr val="dk1"/>
              </a:buClr>
              <a:buSzPts val="1600"/>
              <a:buFont typeface="Tahoma"/>
              <a:buChar char="•"/>
              <a:defRPr sz="1600"/>
            </a:lvl9pPr>
          </a:lstStyle>
          <a:p/>
        </p:txBody>
      </p:sp>
      <p:sp>
        <p:nvSpPr>
          <p:cNvPr id="47" name="Google Shape;47;p19"/>
          <p:cNvSpPr txBox="1"/>
          <p:nvPr>
            <p:ph idx="3" type="body"/>
          </p:nvPr>
        </p:nvSpPr>
        <p:spPr>
          <a:xfrm>
            <a:off x="6193368" y="1535113"/>
            <a:ext cx="5389033"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Calibri"/>
              <a:buNone/>
              <a:defRPr b="1" sz="2400"/>
            </a:lvl1pPr>
            <a:lvl2pPr indent="-228600" lvl="1" marL="914400" algn="l">
              <a:spcBef>
                <a:spcPts val="400"/>
              </a:spcBef>
              <a:spcAft>
                <a:spcPts val="0"/>
              </a:spcAft>
              <a:buClr>
                <a:schemeClr val="dk1"/>
              </a:buClr>
              <a:buSzPts val="2000"/>
              <a:buFont typeface="Calibri"/>
              <a:buNone/>
              <a:defRPr b="1" sz="2000"/>
            </a:lvl2pPr>
            <a:lvl3pPr indent="-228600" lvl="2" marL="1371600" algn="l">
              <a:spcBef>
                <a:spcPts val="360"/>
              </a:spcBef>
              <a:spcAft>
                <a:spcPts val="0"/>
              </a:spcAft>
              <a:buClr>
                <a:schemeClr val="dk1"/>
              </a:buClr>
              <a:buSzPts val="1800"/>
              <a:buFont typeface="Calibri"/>
              <a:buNone/>
              <a:defRPr b="1" sz="1800"/>
            </a:lvl3pPr>
            <a:lvl4pPr indent="-228600" lvl="3" marL="1828800" algn="l">
              <a:spcBef>
                <a:spcPts val="320"/>
              </a:spcBef>
              <a:spcAft>
                <a:spcPts val="0"/>
              </a:spcAft>
              <a:buClr>
                <a:schemeClr val="dk1"/>
              </a:buClr>
              <a:buSzPts val="1600"/>
              <a:buFont typeface="Calibri"/>
              <a:buNone/>
              <a:defRPr b="1" sz="1600"/>
            </a:lvl4pPr>
            <a:lvl5pPr indent="-228600" lvl="4" marL="2286000" algn="l">
              <a:spcBef>
                <a:spcPts val="320"/>
              </a:spcBef>
              <a:spcAft>
                <a:spcPts val="0"/>
              </a:spcAft>
              <a:buClr>
                <a:schemeClr val="dk1"/>
              </a:buClr>
              <a:buSzPts val="1600"/>
              <a:buFont typeface="Calibri"/>
              <a:buNone/>
              <a:defRPr b="1" sz="1600"/>
            </a:lvl5pPr>
            <a:lvl6pPr indent="-228600" lvl="5" marL="2743200" algn="l">
              <a:spcBef>
                <a:spcPts val="320"/>
              </a:spcBef>
              <a:spcAft>
                <a:spcPts val="0"/>
              </a:spcAft>
              <a:buClr>
                <a:schemeClr val="dk1"/>
              </a:buClr>
              <a:buSzPts val="1600"/>
              <a:buFont typeface="Tahoma"/>
              <a:buNone/>
              <a:defRPr b="1" sz="1600"/>
            </a:lvl6pPr>
            <a:lvl7pPr indent="-228600" lvl="6" marL="3200400" algn="l">
              <a:spcBef>
                <a:spcPts val="320"/>
              </a:spcBef>
              <a:spcAft>
                <a:spcPts val="0"/>
              </a:spcAft>
              <a:buClr>
                <a:schemeClr val="dk1"/>
              </a:buClr>
              <a:buSzPts val="1600"/>
              <a:buFont typeface="Tahoma"/>
              <a:buNone/>
              <a:defRPr b="1" sz="1600"/>
            </a:lvl7pPr>
            <a:lvl8pPr indent="-228600" lvl="7" marL="3657600" algn="l">
              <a:spcBef>
                <a:spcPts val="320"/>
              </a:spcBef>
              <a:spcAft>
                <a:spcPts val="0"/>
              </a:spcAft>
              <a:buClr>
                <a:schemeClr val="dk1"/>
              </a:buClr>
              <a:buSzPts val="1600"/>
              <a:buFont typeface="Tahoma"/>
              <a:buNone/>
              <a:defRPr b="1" sz="1600"/>
            </a:lvl8pPr>
            <a:lvl9pPr indent="-228600" lvl="8" marL="4114800" algn="l">
              <a:spcBef>
                <a:spcPts val="320"/>
              </a:spcBef>
              <a:spcAft>
                <a:spcPts val="0"/>
              </a:spcAft>
              <a:buClr>
                <a:schemeClr val="dk1"/>
              </a:buClr>
              <a:buSzPts val="1600"/>
              <a:buFont typeface="Tahoma"/>
              <a:buNone/>
              <a:defRPr b="1" sz="1600"/>
            </a:lvl9pPr>
          </a:lstStyle>
          <a:p/>
        </p:txBody>
      </p:sp>
      <p:sp>
        <p:nvSpPr>
          <p:cNvPr id="48" name="Google Shape;48;p19"/>
          <p:cNvSpPr txBox="1"/>
          <p:nvPr>
            <p:ph idx="4" type="body"/>
          </p:nvPr>
        </p:nvSpPr>
        <p:spPr>
          <a:xfrm>
            <a:off x="6193368" y="2174875"/>
            <a:ext cx="5389033"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Calibri"/>
              <a:buChar char="•"/>
              <a:defRPr sz="2400"/>
            </a:lvl1pPr>
            <a:lvl2pPr indent="-355600" lvl="1" marL="914400" algn="l">
              <a:spcBef>
                <a:spcPts val="400"/>
              </a:spcBef>
              <a:spcAft>
                <a:spcPts val="0"/>
              </a:spcAft>
              <a:buClr>
                <a:schemeClr val="dk1"/>
              </a:buClr>
              <a:buSzPts val="2000"/>
              <a:buFont typeface="Calibri"/>
              <a:buChar char="•"/>
              <a:defRPr sz="2000"/>
            </a:lvl2pPr>
            <a:lvl3pPr indent="-342900" lvl="2" marL="1371600" algn="l">
              <a:spcBef>
                <a:spcPts val="360"/>
              </a:spcBef>
              <a:spcAft>
                <a:spcPts val="0"/>
              </a:spcAft>
              <a:buClr>
                <a:schemeClr val="dk1"/>
              </a:buClr>
              <a:buSzPts val="1800"/>
              <a:buFont typeface="Calibri"/>
              <a:buChar char="•"/>
              <a:defRPr sz="1800"/>
            </a:lvl3pPr>
            <a:lvl4pPr indent="-330200" lvl="3" marL="1828800" algn="l">
              <a:spcBef>
                <a:spcPts val="320"/>
              </a:spcBef>
              <a:spcAft>
                <a:spcPts val="0"/>
              </a:spcAft>
              <a:buClr>
                <a:schemeClr val="dk1"/>
              </a:buClr>
              <a:buSzPts val="1600"/>
              <a:buFont typeface="Calibri"/>
              <a:buChar char="•"/>
              <a:defRPr sz="1600"/>
            </a:lvl4pPr>
            <a:lvl5pPr indent="-330200" lvl="4" marL="2286000" algn="l">
              <a:spcBef>
                <a:spcPts val="320"/>
              </a:spcBef>
              <a:spcAft>
                <a:spcPts val="0"/>
              </a:spcAft>
              <a:buClr>
                <a:schemeClr val="dk1"/>
              </a:buClr>
              <a:buSzPts val="1600"/>
              <a:buFont typeface="Calibri"/>
              <a:buChar char="•"/>
              <a:defRPr sz="1600"/>
            </a:lvl5pPr>
            <a:lvl6pPr indent="-330200" lvl="5" marL="2743200" algn="l">
              <a:spcBef>
                <a:spcPts val="320"/>
              </a:spcBef>
              <a:spcAft>
                <a:spcPts val="0"/>
              </a:spcAft>
              <a:buClr>
                <a:schemeClr val="dk1"/>
              </a:buClr>
              <a:buSzPts val="1600"/>
              <a:buFont typeface="Tahoma"/>
              <a:buChar char="•"/>
              <a:defRPr sz="1600"/>
            </a:lvl6pPr>
            <a:lvl7pPr indent="-330200" lvl="6" marL="3200400" algn="l">
              <a:spcBef>
                <a:spcPts val="320"/>
              </a:spcBef>
              <a:spcAft>
                <a:spcPts val="0"/>
              </a:spcAft>
              <a:buClr>
                <a:schemeClr val="dk1"/>
              </a:buClr>
              <a:buSzPts val="1600"/>
              <a:buFont typeface="Tahoma"/>
              <a:buChar char="•"/>
              <a:defRPr sz="1600"/>
            </a:lvl7pPr>
            <a:lvl8pPr indent="-330200" lvl="7" marL="3657600" algn="l">
              <a:spcBef>
                <a:spcPts val="320"/>
              </a:spcBef>
              <a:spcAft>
                <a:spcPts val="0"/>
              </a:spcAft>
              <a:buClr>
                <a:schemeClr val="dk1"/>
              </a:buClr>
              <a:buSzPts val="1600"/>
              <a:buFont typeface="Tahoma"/>
              <a:buChar char="•"/>
              <a:defRPr sz="1600"/>
            </a:lvl8pPr>
            <a:lvl9pPr indent="-330200" lvl="8" marL="4114800" algn="l">
              <a:spcBef>
                <a:spcPts val="320"/>
              </a:spcBef>
              <a:spcAft>
                <a:spcPts val="0"/>
              </a:spcAft>
              <a:buClr>
                <a:schemeClr val="dk1"/>
              </a:buClr>
              <a:buSzPts val="1600"/>
              <a:buFont typeface="Tahoma"/>
              <a:buChar char="•"/>
              <a:defRPr sz="1600"/>
            </a:lvl9pPr>
          </a:lstStyle>
          <a:p/>
        </p:txBody>
      </p:sp>
      <p:sp>
        <p:nvSpPr>
          <p:cNvPr id="49" name="Google Shape;49;p19"/>
          <p:cNvSpPr txBox="1"/>
          <p:nvPr>
            <p:ph idx="12" type="sldNum"/>
          </p:nvPr>
        </p:nvSpPr>
        <p:spPr>
          <a:xfrm>
            <a:off x="11430000" y="6524626"/>
            <a:ext cx="569384" cy="333375"/>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1pPr>
            <a:lvl2pPr indent="0" lvl="1"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2pPr>
            <a:lvl3pPr indent="0" lvl="2"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3pPr>
            <a:lvl4pPr indent="0" lvl="3"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4pPr>
            <a:lvl5pPr indent="0" lvl="4"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5pPr>
            <a:lvl6pPr indent="0" lvl="5"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6pPr>
            <a:lvl7pPr indent="0" lvl="6"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7pPr>
            <a:lvl8pPr indent="0" lvl="7"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8pPr>
            <a:lvl9pPr indent="0" lvl="8"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cs-CZ"/>
              <a:t>‹#›</a:t>
            </a:fld>
            <a:endParaRPr/>
          </a:p>
        </p:txBody>
      </p:sp>
      <p:sp>
        <p:nvSpPr>
          <p:cNvPr id="50" name="Google Shape;50;p19"/>
          <p:cNvSpPr txBox="1"/>
          <p:nvPr>
            <p:ph type="title"/>
          </p:nvPr>
        </p:nvSpPr>
        <p:spPr>
          <a:xfrm>
            <a:off x="431801" y="-100013"/>
            <a:ext cx="10265833" cy="72072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sah s titulkem" type="objTx">
  <p:cSld name="OBJECT_WITH_CAPTION_TEXT">
    <p:spTree>
      <p:nvGrpSpPr>
        <p:cNvPr id="51" name="Shape 51"/>
        <p:cNvGrpSpPr/>
        <p:nvPr/>
      </p:nvGrpSpPr>
      <p:grpSpPr>
        <a:xfrm>
          <a:off x="0" y="0"/>
          <a:ext cx="0" cy="0"/>
          <a:chOff x="0" y="0"/>
          <a:chExt cx="0" cy="0"/>
        </a:xfrm>
      </p:grpSpPr>
      <p:sp>
        <p:nvSpPr>
          <p:cNvPr id="52" name="Google Shape;52;p20"/>
          <p:cNvSpPr txBox="1"/>
          <p:nvPr/>
        </p:nvSpPr>
        <p:spPr>
          <a:xfrm>
            <a:off x="431801" y="-100013"/>
            <a:ext cx="10265833" cy="72072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9E0"/>
              </a:buClr>
              <a:buSzPts val="2600"/>
              <a:buFont typeface="Calibri"/>
              <a:buNone/>
            </a:pPr>
            <a:r>
              <a:rPr b="0" i="0" lang="cs-CZ" sz="2600" u="none" cap="none" strike="noStrike">
                <a:solidFill>
                  <a:srgbClr val="00A9E0"/>
                </a:solidFill>
                <a:latin typeface="Calibri"/>
                <a:ea typeface="Calibri"/>
                <a:cs typeface="Calibri"/>
                <a:sym typeface="Calibri"/>
              </a:rPr>
              <a:t>Klepnutím lze upravit styl předlohy nadpisů.</a:t>
            </a:r>
            <a:endParaRPr/>
          </a:p>
        </p:txBody>
      </p:sp>
      <p:sp>
        <p:nvSpPr>
          <p:cNvPr id="53" name="Google Shape;53;p20"/>
          <p:cNvSpPr txBox="1"/>
          <p:nvPr>
            <p:ph type="title"/>
          </p:nvPr>
        </p:nvSpPr>
        <p:spPr>
          <a:xfrm>
            <a:off x="609601" y="273050"/>
            <a:ext cx="4011084"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0"/>
          <p:cNvSpPr txBox="1"/>
          <p:nvPr>
            <p:ph idx="1" type="body"/>
          </p:nvPr>
        </p:nvSpPr>
        <p:spPr>
          <a:xfrm>
            <a:off x="4766733" y="692697"/>
            <a:ext cx="6815667" cy="5433467"/>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Calibri"/>
              <a:buChar char="•"/>
              <a:defRPr sz="3200"/>
            </a:lvl1pPr>
            <a:lvl2pPr indent="-406400" lvl="1" marL="914400" algn="l">
              <a:spcBef>
                <a:spcPts val="560"/>
              </a:spcBef>
              <a:spcAft>
                <a:spcPts val="0"/>
              </a:spcAft>
              <a:buClr>
                <a:schemeClr val="dk1"/>
              </a:buClr>
              <a:buSzPts val="2800"/>
              <a:buFont typeface="Calibri"/>
              <a:buChar char="•"/>
              <a:defRPr sz="2800"/>
            </a:lvl2pPr>
            <a:lvl3pPr indent="-381000" lvl="2" marL="1371600" algn="l">
              <a:spcBef>
                <a:spcPts val="480"/>
              </a:spcBef>
              <a:spcAft>
                <a:spcPts val="0"/>
              </a:spcAft>
              <a:buClr>
                <a:schemeClr val="dk1"/>
              </a:buClr>
              <a:buSzPts val="2400"/>
              <a:buFont typeface="Calibri"/>
              <a:buChar char="•"/>
              <a:defRPr sz="2400"/>
            </a:lvl3pPr>
            <a:lvl4pPr indent="-355600" lvl="3" marL="1828800" algn="l">
              <a:spcBef>
                <a:spcPts val="400"/>
              </a:spcBef>
              <a:spcAft>
                <a:spcPts val="0"/>
              </a:spcAft>
              <a:buClr>
                <a:schemeClr val="dk1"/>
              </a:buClr>
              <a:buSzPts val="2000"/>
              <a:buFont typeface="Calibri"/>
              <a:buChar char="•"/>
              <a:defRPr sz="2000"/>
            </a:lvl4pPr>
            <a:lvl5pPr indent="-355600" lvl="4" marL="2286000" algn="l">
              <a:spcBef>
                <a:spcPts val="400"/>
              </a:spcBef>
              <a:spcAft>
                <a:spcPts val="0"/>
              </a:spcAft>
              <a:buClr>
                <a:schemeClr val="dk1"/>
              </a:buClr>
              <a:buSzPts val="2000"/>
              <a:buFont typeface="Calibri"/>
              <a:buChar char="•"/>
              <a:defRPr sz="2000"/>
            </a:lvl5pPr>
            <a:lvl6pPr indent="-355600" lvl="5" marL="2743200" algn="l">
              <a:spcBef>
                <a:spcPts val="400"/>
              </a:spcBef>
              <a:spcAft>
                <a:spcPts val="0"/>
              </a:spcAft>
              <a:buClr>
                <a:schemeClr val="dk1"/>
              </a:buClr>
              <a:buSzPts val="2000"/>
              <a:buFont typeface="Tahoma"/>
              <a:buChar char="•"/>
              <a:defRPr sz="2000"/>
            </a:lvl6pPr>
            <a:lvl7pPr indent="-355600" lvl="6" marL="3200400" algn="l">
              <a:spcBef>
                <a:spcPts val="400"/>
              </a:spcBef>
              <a:spcAft>
                <a:spcPts val="0"/>
              </a:spcAft>
              <a:buClr>
                <a:schemeClr val="dk1"/>
              </a:buClr>
              <a:buSzPts val="2000"/>
              <a:buFont typeface="Tahoma"/>
              <a:buChar char="•"/>
              <a:defRPr sz="2000"/>
            </a:lvl7pPr>
            <a:lvl8pPr indent="-355600" lvl="7" marL="3657600" algn="l">
              <a:spcBef>
                <a:spcPts val="400"/>
              </a:spcBef>
              <a:spcAft>
                <a:spcPts val="0"/>
              </a:spcAft>
              <a:buClr>
                <a:schemeClr val="dk1"/>
              </a:buClr>
              <a:buSzPts val="2000"/>
              <a:buFont typeface="Tahoma"/>
              <a:buChar char="•"/>
              <a:defRPr sz="2000"/>
            </a:lvl8pPr>
            <a:lvl9pPr indent="-355600" lvl="8" marL="4114800" algn="l">
              <a:spcBef>
                <a:spcPts val="400"/>
              </a:spcBef>
              <a:spcAft>
                <a:spcPts val="0"/>
              </a:spcAft>
              <a:buClr>
                <a:schemeClr val="dk1"/>
              </a:buClr>
              <a:buSzPts val="2000"/>
              <a:buFont typeface="Tahoma"/>
              <a:buChar char="•"/>
              <a:defRPr sz="2000"/>
            </a:lvl9pPr>
          </a:lstStyle>
          <a:p/>
        </p:txBody>
      </p:sp>
      <p:sp>
        <p:nvSpPr>
          <p:cNvPr id="55" name="Google Shape;55;p20"/>
          <p:cNvSpPr txBox="1"/>
          <p:nvPr>
            <p:ph idx="2" type="body"/>
          </p:nvPr>
        </p:nvSpPr>
        <p:spPr>
          <a:xfrm>
            <a:off x="609601" y="1435101"/>
            <a:ext cx="4011084"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Calibri"/>
              <a:buNone/>
              <a:defRPr sz="1400"/>
            </a:lvl1pPr>
            <a:lvl2pPr indent="-228600" lvl="1" marL="914400" algn="l">
              <a:spcBef>
                <a:spcPts val="240"/>
              </a:spcBef>
              <a:spcAft>
                <a:spcPts val="0"/>
              </a:spcAft>
              <a:buClr>
                <a:schemeClr val="dk1"/>
              </a:buClr>
              <a:buSzPts val="1200"/>
              <a:buFont typeface="Calibri"/>
              <a:buNone/>
              <a:defRPr sz="1200"/>
            </a:lvl2pPr>
            <a:lvl3pPr indent="-228600" lvl="2" marL="1371600" algn="l">
              <a:spcBef>
                <a:spcPts val="200"/>
              </a:spcBef>
              <a:spcAft>
                <a:spcPts val="0"/>
              </a:spcAft>
              <a:buClr>
                <a:schemeClr val="dk1"/>
              </a:buClr>
              <a:buSzPts val="1000"/>
              <a:buFont typeface="Calibri"/>
              <a:buNone/>
              <a:defRPr sz="1000"/>
            </a:lvl3pPr>
            <a:lvl4pPr indent="-228600" lvl="3" marL="1828800" algn="l">
              <a:spcBef>
                <a:spcPts val="180"/>
              </a:spcBef>
              <a:spcAft>
                <a:spcPts val="0"/>
              </a:spcAft>
              <a:buClr>
                <a:schemeClr val="dk1"/>
              </a:buClr>
              <a:buSzPts val="900"/>
              <a:buFont typeface="Calibri"/>
              <a:buNone/>
              <a:defRPr sz="900"/>
            </a:lvl4pPr>
            <a:lvl5pPr indent="-228600" lvl="4" marL="2286000" algn="l">
              <a:spcBef>
                <a:spcPts val="180"/>
              </a:spcBef>
              <a:spcAft>
                <a:spcPts val="0"/>
              </a:spcAft>
              <a:buClr>
                <a:schemeClr val="dk1"/>
              </a:buClr>
              <a:buSzPts val="900"/>
              <a:buFont typeface="Calibri"/>
              <a:buNone/>
              <a:defRPr sz="900"/>
            </a:lvl5pPr>
            <a:lvl6pPr indent="-228600" lvl="5" marL="2743200" algn="l">
              <a:spcBef>
                <a:spcPts val="180"/>
              </a:spcBef>
              <a:spcAft>
                <a:spcPts val="0"/>
              </a:spcAft>
              <a:buClr>
                <a:schemeClr val="dk1"/>
              </a:buClr>
              <a:buSzPts val="900"/>
              <a:buFont typeface="Tahoma"/>
              <a:buNone/>
              <a:defRPr sz="900"/>
            </a:lvl6pPr>
            <a:lvl7pPr indent="-228600" lvl="6" marL="3200400" algn="l">
              <a:spcBef>
                <a:spcPts val="180"/>
              </a:spcBef>
              <a:spcAft>
                <a:spcPts val="0"/>
              </a:spcAft>
              <a:buClr>
                <a:schemeClr val="dk1"/>
              </a:buClr>
              <a:buSzPts val="900"/>
              <a:buFont typeface="Tahoma"/>
              <a:buNone/>
              <a:defRPr sz="900"/>
            </a:lvl7pPr>
            <a:lvl8pPr indent="-228600" lvl="7" marL="3657600" algn="l">
              <a:spcBef>
                <a:spcPts val="180"/>
              </a:spcBef>
              <a:spcAft>
                <a:spcPts val="0"/>
              </a:spcAft>
              <a:buClr>
                <a:schemeClr val="dk1"/>
              </a:buClr>
              <a:buSzPts val="900"/>
              <a:buFont typeface="Tahoma"/>
              <a:buNone/>
              <a:defRPr sz="900"/>
            </a:lvl8pPr>
            <a:lvl9pPr indent="-228600" lvl="8" marL="4114800" algn="l">
              <a:spcBef>
                <a:spcPts val="180"/>
              </a:spcBef>
              <a:spcAft>
                <a:spcPts val="0"/>
              </a:spcAft>
              <a:buClr>
                <a:schemeClr val="dk1"/>
              </a:buClr>
              <a:buSzPts val="900"/>
              <a:buFont typeface="Tahoma"/>
              <a:buNone/>
              <a:defRPr sz="900"/>
            </a:lvl9pPr>
          </a:lstStyle>
          <a:p/>
        </p:txBody>
      </p:sp>
      <p:sp>
        <p:nvSpPr>
          <p:cNvPr id="56" name="Google Shape;56;p20"/>
          <p:cNvSpPr txBox="1"/>
          <p:nvPr>
            <p:ph idx="12" type="sldNum"/>
          </p:nvPr>
        </p:nvSpPr>
        <p:spPr>
          <a:xfrm>
            <a:off x="11430000" y="6524626"/>
            <a:ext cx="569384" cy="333375"/>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1pPr>
            <a:lvl2pPr indent="0" lvl="1"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2pPr>
            <a:lvl3pPr indent="0" lvl="2"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3pPr>
            <a:lvl4pPr indent="0" lvl="3"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4pPr>
            <a:lvl5pPr indent="0" lvl="4"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5pPr>
            <a:lvl6pPr indent="0" lvl="5"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6pPr>
            <a:lvl7pPr indent="0" lvl="6"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7pPr>
            <a:lvl8pPr indent="0" lvl="7"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8pPr>
            <a:lvl9pPr indent="0" lvl="8"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cs-CZ"/>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rázek s titulkem" type="picTx">
  <p:cSld name="PICTURE_WITH_CAPTION_TEXT">
    <p:spTree>
      <p:nvGrpSpPr>
        <p:cNvPr id="57" name="Shape 57"/>
        <p:cNvGrpSpPr/>
        <p:nvPr/>
      </p:nvGrpSpPr>
      <p:grpSpPr>
        <a:xfrm>
          <a:off x="0" y="0"/>
          <a:ext cx="0" cy="0"/>
          <a:chOff x="0" y="0"/>
          <a:chExt cx="0" cy="0"/>
        </a:xfrm>
      </p:grpSpPr>
      <p:sp>
        <p:nvSpPr>
          <p:cNvPr id="58" name="Google Shape;58;p21"/>
          <p:cNvSpPr txBox="1"/>
          <p:nvPr/>
        </p:nvSpPr>
        <p:spPr>
          <a:xfrm>
            <a:off x="431801" y="-100013"/>
            <a:ext cx="10265833" cy="72072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9E0"/>
              </a:buClr>
              <a:buSzPts val="2600"/>
              <a:buFont typeface="Calibri"/>
              <a:buNone/>
            </a:pPr>
            <a:r>
              <a:rPr b="0" i="0" lang="cs-CZ" sz="2600" u="none" cap="none" strike="noStrike">
                <a:solidFill>
                  <a:srgbClr val="00A9E0"/>
                </a:solidFill>
                <a:latin typeface="Calibri"/>
                <a:ea typeface="Calibri"/>
                <a:cs typeface="Calibri"/>
                <a:sym typeface="Calibri"/>
              </a:rPr>
              <a:t>Klepnutím lze upravit styl předlohy nadpisů.</a:t>
            </a:r>
            <a:endParaRPr/>
          </a:p>
        </p:txBody>
      </p:sp>
      <p:sp>
        <p:nvSpPr>
          <p:cNvPr id="59" name="Google Shape;59;p21"/>
          <p:cNvSpPr txBox="1"/>
          <p:nvPr>
            <p:ph type="title"/>
          </p:nvPr>
        </p:nvSpPr>
        <p:spPr>
          <a:xfrm>
            <a:off x="2389717" y="4800600"/>
            <a:ext cx="73152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1"/>
          <p:cNvSpPr/>
          <p:nvPr>
            <p:ph idx="2" type="pic"/>
          </p:nvPr>
        </p:nvSpPr>
        <p:spPr>
          <a:xfrm>
            <a:off x="2389717" y="612775"/>
            <a:ext cx="7315200" cy="4114800"/>
          </a:xfrm>
          <a:prstGeom prst="rect">
            <a:avLst/>
          </a:prstGeom>
          <a:noFill/>
          <a:ln>
            <a:noFill/>
          </a:ln>
        </p:spPr>
      </p:sp>
      <p:sp>
        <p:nvSpPr>
          <p:cNvPr id="61" name="Google Shape;61;p21"/>
          <p:cNvSpPr txBox="1"/>
          <p:nvPr>
            <p:ph idx="1" type="body"/>
          </p:nvPr>
        </p:nvSpPr>
        <p:spPr>
          <a:xfrm>
            <a:off x="2389717" y="5367338"/>
            <a:ext cx="73152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Calibri"/>
              <a:buNone/>
              <a:defRPr sz="1400"/>
            </a:lvl1pPr>
            <a:lvl2pPr indent="-228600" lvl="1" marL="914400" algn="l">
              <a:spcBef>
                <a:spcPts val="240"/>
              </a:spcBef>
              <a:spcAft>
                <a:spcPts val="0"/>
              </a:spcAft>
              <a:buClr>
                <a:schemeClr val="dk1"/>
              </a:buClr>
              <a:buSzPts val="1200"/>
              <a:buFont typeface="Calibri"/>
              <a:buNone/>
              <a:defRPr sz="1200"/>
            </a:lvl2pPr>
            <a:lvl3pPr indent="-228600" lvl="2" marL="1371600" algn="l">
              <a:spcBef>
                <a:spcPts val="200"/>
              </a:spcBef>
              <a:spcAft>
                <a:spcPts val="0"/>
              </a:spcAft>
              <a:buClr>
                <a:schemeClr val="dk1"/>
              </a:buClr>
              <a:buSzPts val="1000"/>
              <a:buFont typeface="Calibri"/>
              <a:buNone/>
              <a:defRPr sz="1000"/>
            </a:lvl3pPr>
            <a:lvl4pPr indent="-228600" lvl="3" marL="1828800" algn="l">
              <a:spcBef>
                <a:spcPts val="180"/>
              </a:spcBef>
              <a:spcAft>
                <a:spcPts val="0"/>
              </a:spcAft>
              <a:buClr>
                <a:schemeClr val="dk1"/>
              </a:buClr>
              <a:buSzPts val="900"/>
              <a:buFont typeface="Calibri"/>
              <a:buNone/>
              <a:defRPr sz="900"/>
            </a:lvl4pPr>
            <a:lvl5pPr indent="-228600" lvl="4" marL="2286000" algn="l">
              <a:spcBef>
                <a:spcPts val="180"/>
              </a:spcBef>
              <a:spcAft>
                <a:spcPts val="0"/>
              </a:spcAft>
              <a:buClr>
                <a:schemeClr val="dk1"/>
              </a:buClr>
              <a:buSzPts val="900"/>
              <a:buFont typeface="Calibri"/>
              <a:buNone/>
              <a:defRPr sz="900"/>
            </a:lvl5pPr>
            <a:lvl6pPr indent="-228600" lvl="5" marL="2743200" algn="l">
              <a:spcBef>
                <a:spcPts val="180"/>
              </a:spcBef>
              <a:spcAft>
                <a:spcPts val="0"/>
              </a:spcAft>
              <a:buClr>
                <a:schemeClr val="dk1"/>
              </a:buClr>
              <a:buSzPts val="900"/>
              <a:buFont typeface="Tahoma"/>
              <a:buNone/>
              <a:defRPr sz="900"/>
            </a:lvl6pPr>
            <a:lvl7pPr indent="-228600" lvl="6" marL="3200400" algn="l">
              <a:spcBef>
                <a:spcPts val="180"/>
              </a:spcBef>
              <a:spcAft>
                <a:spcPts val="0"/>
              </a:spcAft>
              <a:buClr>
                <a:schemeClr val="dk1"/>
              </a:buClr>
              <a:buSzPts val="900"/>
              <a:buFont typeface="Tahoma"/>
              <a:buNone/>
              <a:defRPr sz="900"/>
            </a:lvl7pPr>
            <a:lvl8pPr indent="-228600" lvl="7" marL="3657600" algn="l">
              <a:spcBef>
                <a:spcPts val="180"/>
              </a:spcBef>
              <a:spcAft>
                <a:spcPts val="0"/>
              </a:spcAft>
              <a:buClr>
                <a:schemeClr val="dk1"/>
              </a:buClr>
              <a:buSzPts val="900"/>
              <a:buFont typeface="Tahoma"/>
              <a:buNone/>
              <a:defRPr sz="900"/>
            </a:lvl8pPr>
            <a:lvl9pPr indent="-228600" lvl="8" marL="4114800" algn="l">
              <a:spcBef>
                <a:spcPts val="180"/>
              </a:spcBef>
              <a:spcAft>
                <a:spcPts val="0"/>
              </a:spcAft>
              <a:buClr>
                <a:schemeClr val="dk1"/>
              </a:buClr>
              <a:buSzPts val="900"/>
              <a:buFont typeface="Tahoma"/>
              <a:buNone/>
              <a:defRPr sz="900"/>
            </a:lvl9pPr>
          </a:lstStyle>
          <a:p/>
        </p:txBody>
      </p:sp>
      <p:sp>
        <p:nvSpPr>
          <p:cNvPr id="62" name="Google Shape;62;p21"/>
          <p:cNvSpPr txBox="1"/>
          <p:nvPr>
            <p:ph idx="12" type="sldNum"/>
          </p:nvPr>
        </p:nvSpPr>
        <p:spPr>
          <a:xfrm>
            <a:off x="11430000" y="6524626"/>
            <a:ext cx="569384" cy="333375"/>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1pPr>
            <a:lvl2pPr indent="0" lvl="1"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2pPr>
            <a:lvl3pPr indent="0" lvl="2"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3pPr>
            <a:lvl4pPr indent="0" lvl="3"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4pPr>
            <a:lvl5pPr indent="0" lvl="4"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5pPr>
            <a:lvl6pPr indent="0" lvl="5"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6pPr>
            <a:lvl7pPr indent="0" lvl="6"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7pPr>
            <a:lvl8pPr indent="0" lvl="7"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8pPr>
            <a:lvl9pPr indent="0" lvl="8"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cs-CZ"/>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dpis a svislý text" type="vertTx">
  <p:cSld name="VERTICAL_TEXT">
    <p:spTree>
      <p:nvGrpSpPr>
        <p:cNvPr id="63" name="Shape 63"/>
        <p:cNvGrpSpPr/>
        <p:nvPr/>
      </p:nvGrpSpPr>
      <p:grpSpPr>
        <a:xfrm>
          <a:off x="0" y="0"/>
          <a:ext cx="0" cy="0"/>
          <a:chOff x="0" y="0"/>
          <a:chExt cx="0" cy="0"/>
        </a:xfrm>
      </p:grpSpPr>
      <p:sp>
        <p:nvSpPr>
          <p:cNvPr id="64" name="Google Shape;64;p22"/>
          <p:cNvSpPr txBox="1"/>
          <p:nvPr>
            <p:ph type="title"/>
          </p:nvPr>
        </p:nvSpPr>
        <p:spPr>
          <a:xfrm>
            <a:off x="431801" y="-100013"/>
            <a:ext cx="10265833" cy="72072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2"/>
          <p:cNvSpPr txBox="1"/>
          <p:nvPr>
            <p:ph idx="1" type="body"/>
          </p:nvPr>
        </p:nvSpPr>
        <p:spPr>
          <a:xfrm rot="5400000">
            <a:off x="3174951" y="-1977975"/>
            <a:ext cx="6034717" cy="11521017"/>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6" name="Google Shape;66;p22"/>
          <p:cNvSpPr txBox="1"/>
          <p:nvPr>
            <p:ph idx="12" type="sldNum"/>
          </p:nvPr>
        </p:nvSpPr>
        <p:spPr>
          <a:xfrm>
            <a:off x="11430000" y="6524626"/>
            <a:ext cx="569384" cy="333375"/>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1pPr>
            <a:lvl2pPr indent="0" lvl="1"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2pPr>
            <a:lvl3pPr indent="0" lvl="2"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3pPr>
            <a:lvl4pPr indent="0" lvl="3"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4pPr>
            <a:lvl5pPr indent="0" lvl="4"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5pPr>
            <a:lvl6pPr indent="0" lvl="5"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6pPr>
            <a:lvl7pPr indent="0" lvl="6"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7pPr>
            <a:lvl8pPr indent="0" lvl="7"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8pPr>
            <a:lvl9pPr indent="0" lvl="8"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cs-CZ"/>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vislý nadpis a text" type="vertTitleAndTx">
  <p:cSld name="VERTICAL_TITLE_AND_VERTICAL_TEXT">
    <p:spTree>
      <p:nvGrpSpPr>
        <p:cNvPr id="67" name="Shape 67"/>
        <p:cNvGrpSpPr/>
        <p:nvPr/>
      </p:nvGrpSpPr>
      <p:grpSpPr>
        <a:xfrm>
          <a:off x="0" y="0"/>
          <a:ext cx="0" cy="0"/>
          <a:chOff x="0" y="0"/>
          <a:chExt cx="0" cy="0"/>
        </a:xfrm>
      </p:grpSpPr>
      <p:sp>
        <p:nvSpPr>
          <p:cNvPr id="68" name="Google Shape;68;p23"/>
          <p:cNvSpPr txBox="1"/>
          <p:nvPr/>
        </p:nvSpPr>
        <p:spPr>
          <a:xfrm>
            <a:off x="431801" y="-100013"/>
            <a:ext cx="10265833" cy="72072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9E0"/>
              </a:buClr>
              <a:buSzPts val="2600"/>
              <a:buFont typeface="Calibri"/>
              <a:buNone/>
            </a:pPr>
            <a:r>
              <a:rPr b="0" i="0" lang="cs-CZ" sz="2600" u="none" cap="none" strike="noStrike">
                <a:solidFill>
                  <a:srgbClr val="00A9E0"/>
                </a:solidFill>
                <a:latin typeface="Calibri"/>
                <a:ea typeface="Calibri"/>
                <a:cs typeface="Calibri"/>
                <a:sym typeface="Calibri"/>
              </a:rPr>
              <a:t>Klepnutím lze upravit styl předlohy nadpisů.</a:t>
            </a:r>
            <a:endParaRPr/>
          </a:p>
        </p:txBody>
      </p:sp>
      <p:sp>
        <p:nvSpPr>
          <p:cNvPr id="69" name="Google Shape;69;p23"/>
          <p:cNvSpPr txBox="1"/>
          <p:nvPr>
            <p:ph type="title"/>
          </p:nvPr>
        </p:nvSpPr>
        <p:spPr>
          <a:xfrm rot="5400000">
            <a:off x="7415478" y="1558660"/>
            <a:ext cx="6196013" cy="287866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3"/>
          <p:cNvSpPr txBox="1"/>
          <p:nvPr>
            <p:ph idx="1" type="body"/>
          </p:nvPr>
        </p:nvSpPr>
        <p:spPr>
          <a:xfrm rot="5400000">
            <a:off x="1553370" y="-1221582"/>
            <a:ext cx="6196013" cy="8439151"/>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3"/>
          <p:cNvSpPr txBox="1"/>
          <p:nvPr>
            <p:ph idx="12" type="sldNum"/>
          </p:nvPr>
        </p:nvSpPr>
        <p:spPr>
          <a:xfrm>
            <a:off x="11430000" y="6524626"/>
            <a:ext cx="569384" cy="333375"/>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1pPr>
            <a:lvl2pPr indent="0" lvl="1"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2pPr>
            <a:lvl3pPr indent="0" lvl="2"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3pPr>
            <a:lvl4pPr indent="0" lvl="3"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4pPr>
            <a:lvl5pPr indent="0" lvl="4"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5pPr>
            <a:lvl6pPr indent="0" lvl="5"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6pPr>
            <a:lvl7pPr indent="0" lvl="6"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7pPr>
            <a:lvl8pPr indent="0" lvl="7"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8pPr>
            <a:lvl9pPr indent="0" lvl="8" mar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cs-CZ"/>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1.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3"/>
          <p:cNvGrpSpPr/>
          <p:nvPr/>
        </p:nvGrpSpPr>
        <p:grpSpPr>
          <a:xfrm>
            <a:off x="0" y="1"/>
            <a:ext cx="12192000" cy="547688"/>
            <a:chOff x="0" y="1"/>
            <a:chExt cx="12192000" cy="547688"/>
          </a:xfrm>
        </p:grpSpPr>
        <p:sp>
          <p:nvSpPr>
            <p:cNvPr id="11" name="Google Shape;11;p13"/>
            <p:cNvSpPr/>
            <p:nvPr/>
          </p:nvSpPr>
          <p:spPr>
            <a:xfrm>
              <a:off x="0" y="1"/>
              <a:ext cx="12192000" cy="512763"/>
            </a:xfrm>
            <a:prstGeom prst="rect">
              <a:avLst/>
            </a:prstGeom>
            <a:solidFill>
              <a:srgbClr val="E5E5E5"/>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9000C"/>
                </a:buClr>
                <a:buSzPts val="2400"/>
                <a:buFont typeface="Tahoma"/>
                <a:buNone/>
              </a:pPr>
              <a:r>
                <a:t/>
              </a:r>
              <a:endParaRPr b="1" i="0" sz="2400" u="none" cap="none" strike="noStrike">
                <a:solidFill>
                  <a:srgbClr val="B9000C"/>
                </a:solidFill>
                <a:latin typeface="Tahoma"/>
                <a:ea typeface="Tahoma"/>
                <a:cs typeface="Tahoma"/>
                <a:sym typeface="Tahoma"/>
              </a:endParaRPr>
            </a:p>
          </p:txBody>
        </p:sp>
        <p:sp>
          <p:nvSpPr>
            <p:cNvPr id="12" name="Google Shape;12;p13"/>
            <p:cNvSpPr/>
            <p:nvPr/>
          </p:nvSpPr>
          <p:spPr>
            <a:xfrm>
              <a:off x="0" y="512764"/>
              <a:ext cx="12192000" cy="34925"/>
            </a:xfrm>
            <a:prstGeom prst="rect">
              <a:avLst/>
            </a:prstGeom>
            <a:solidFill>
              <a:srgbClr val="E5E5E5"/>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9000C"/>
                </a:buClr>
                <a:buSzPts val="2400"/>
                <a:buFont typeface="Tahoma"/>
                <a:buNone/>
              </a:pPr>
              <a:r>
                <a:t/>
              </a:r>
              <a:endParaRPr b="1" i="0" sz="2400" u="none" cap="none" strike="noStrike">
                <a:solidFill>
                  <a:srgbClr val="B9000C"/>
                </a:solidFill>
                <a:latin typeface="Tahoma"/>
                <a:ea typeface="Tahoma"/>
                <a:cs typeface="Tahoma"/>
                <a:sym typeface="Tahoma"/>
              </a:endParaRPr>
            </a:p>
          </p:txBody>
        </p:sp>
      </p:grpSp>
      <p:sp>
        <p:nvSpPr>
          <p:cNvPr id="13" name="Google Shape;13;p13"/>
          <p:cNvSpPr txBox="1"/>
          <p:nvPr>
            <p:ph type="title"/>
          </p:nvPr>
        </p:nvSpPr>
        <p:spPr>
          <a:xfrm>
            <a:off x="431801" y="-100013"/>
            <a:ext cx="10265833" cy="720726"/>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3200" u="none" cap="none" strike="noStrike">
                <a:solidFill>
                  <a:srgbClr val="00A9E0"/>
                </a:solidFill>
                <a:latin typeface="Calibri"/>
                <a:ea typeface="Calibri"/>
                <a:cs typeface="Calibri"/>
                <a:sym typeface="Calibri"/>
              </a:defRPr>
            </a:lvl1pPr>
            <a:lvl2pPr lvl="1" marR="0" rtl="0" algn="l">
              <a:spcBef>
                <a:spcPts val="0"/>
              </a:spcBef>
              <a:spcAft>
                <a:spcPts val="0"/>
              </a:spcAft>
              <a:buSzPts val="1400"/>
              <a:buNone/>
              <a:defRPr b="0" i="0" sz="2600" u="none" cap="none" strike="noStrike">
                <a:solidFill>
                  <a:srgbClr val="1B85B9"/>
                </a:solidFill>
                <a:latin typeface="Calibri"/>
                <a:ea typeface="Calibri"/>
                <a:cs typeface="Calibri"/>
                <a:sym typeface="Calibri"/>
              </a:defRPr>
            </a:lvl2pPr>
            <a:lvl3pPr lvl="2" marR="0" rtl="0" algn="l">
              <a:spcBef>
                <a:spcPts val="0"/>
              </a:spcBef>
              <a:spcAft>
                <a:spcPts val="0"/>
              </a:spcAft>
              <a:buSzPts val="1400"/>
              <a:buNone/>
              <a:defRPr b="0" i="0" sz="2600" u="none" cap="none" strike="noStrike">
                <a:solidFill>
                  <a:srgbClr val="1B85B9"/>
                </a:solidFill>
                <a:latin typeface="Calibri"/>
                <a:ea typeface="Calibri"/>
                <a:cs typeface="Calibri"/>
                <a:sym typeface="Calibri"/>
              </a:defRPr>
            </a:lvl3pPr>
            <a:lvl4pPr lvl="3" marR="0" rtl="0" algn="l">
              <a:spcBef>
                <a:spcPts val="0"/>
              </a:spcBef>
              <a:spcAft>
                <a:spcPts val="0"/>
              </a:spcAft>
              <a:buSzPts val="1400"/>
              <a:buNone/>
              <a:defRPr b="0" i="0" sz="2600" u="none" cap="none" strike="noStrike">
                <a:solidFill>
                  <a:srgbClr val="1B85B9"/>
                </a:solidFill>
                <a:latin typeface="Calibri"/>
                <a:ea typeface="Calibri"/>
                <a:cs typeface="Calibri"/>
                <a:sym typeface="Calibri"/>
              </a:defRPr>
            </a:lvl4pPr>
            <a:lvl5pPr lvl="4" marR="0" rtl="0" algn="l">
              <a:spcBef>
                <a:spcPts val="0"/>
              </a:spcBef>
              <a:spcAft>
                <a:spcPts val="0"/>
              </a:spcAft>
              <a:buSzPts val="1400"/>
              <a:buNone/>
              <a:defRPr b="0" i="0" sz="2600" u="none" cap="none" strike="noStrike">
                <a:solidFill>
                  <a:srgbClr val="1B85B9"/>
                </a:solidFill>
                <a:latin typeface="Calibri"/>
                <a:ea typeface="Calibri"/>
                <a:cs typeface="Calibri"/>
                <a:sym typeface="Calibri"/>
              </a:defRPr>
            </a:lvl5pPr>
            <a:lvl6pPr lvl="5" marR="0" rtl="0" algn="l">
              <a:spcBef>
                <a:spcPts val="0"/>
              </a:spcBef>
              <a:spcAft>
                <a:spcPts val="0"/>
              </a:spcAft>
              <a:buSzPts val="1400"/>
              <a:buNone/>
              <a:defRPr b="0" i="0" sz="2600" u="none" cap="none" strike="noStrike">
                <a:solidFill>
                  <a:srgbClr val="1B85B9"/>
                </a:solidFill>
                <a:latin typeface="Tahoma"/>
                <a:ea typeface="Tahoma"/>
                <a:cs typeface="Tahoma"/>
                <a:sym typeface="Tahoma"/>
              </a:defRPr>
            </a:lvl6pPr>
            <a:lvl7pPr lvl="6" marR="0" rtl="0" algn="l">
              <a:spcBef>
                <a:spcPts val="0"/>
              </a:spcBef>
              <a:spcAft>
                <a:spcPts val="0"/>
              </a:spcAft>
              <a:buSzPts val="1400"/>
              <a:buNone/>
              <a:defRPr b="0" i="0" sz="2600" u="none" cap="none" strike="noStrike">
                <a:solidFill>
                  <a:srgbClr val="1B85B9"/>
                </a:solidFill>
                <a:latin typeface="Tahoma"/>
                <a:ea typeface="Tahoma"/>
                <a:cs typeface="Tahoma"/>
                <a:sym typeface="Tahoma"/>
              </a:defRPr>
            </a:lvl7pPr>
            <a:lvl8pPr lvl="7" marR="0" rtl="0" algn="l">
              <a:spcBef>
                <a:spcPts val="0"/>
              </a:spcBef>
              <a:spcAft>
                <a:spcPts val="0"/>
              </a:spcAft>
              <a:buSzPts val="1400"/>
              <a:buNone/>
              <a:defRPr b="0" i="0" sz="2600" u="none" cap="none" strike="noStrike">
                <a:solidFill>
                  <a:srgbClr val="1B85B9"/>
                </a:solidFill>
                <a:latin typeface="Tahoma"/>
                <a:ea typeface="Tahoma"/>
                <a:cs typeface="Tahoma"/>
                <a:sym typeface="Tahoma"/>
              </a:defRPr>
            </a:lvl8pPr>
            <a:lvl9pPr lvl="8" marR="0" rtl="0" algn="l">
              <a:spcBef>
                <a:spcPts val="0"/>
              </a:spcBef>
              <a:spcAft>
                <a:spcPts val="0"/>
              </a:spcAft>
              <a:buSzPts val="1400"/>
              <a:buNone/>
              <a:defRPr b="0" i="0" sz="2600" u="none" cap="none" strike="noStrike">
                <a:solidFill>
                  <a:srgbClr val="1B85B9"/>
                </a:solidFill>
                <a:latin typeface="Tahoma"/>
                <a:ea typeface="Tahoma"/>
                <a:cs typeface="Tahoma"/>
                <a:sym typeface="Tahoma"/>
              </a:defRPr>
            </a:lvl9pPr>
          </a:lstStyle>
          <a:p/>
        </p:txBody>
      </p:sp>
      <p:sp>
        <p:nvSpPr>
          <p:cNvPr id="14" name="Google Shape;14;p13"/>
          <p:cNvSpPr txBox="1"/>
          <p:nvPr>
            <p:ph idx="1" type="body"/>
          </p:nvPr>
        </p:nvSpPr>
        <p:spPr>
          <a:xfrm>
            <a:off x="431801" y="765175"/>
            <a:ext cx="11521017" cy="6034717"/>
          </a:xfrm>
          <a:prstGeom prst="rect">
            <a:avLst/>
          </a:prstGeom>
          <a:noFill/>
          <a:ln>
            <a:noFill/>
          </a:ln>
        </p:spPr>
        <p:txBody>
          <a:bodyPr anchorCtr="0" anchor="t" bIns="45700" lIns="91425" spcFirstLastPara="1" rIns="91425" wrap="square" tIns="45700">
            <a:noAutofit/>
          </a:bodyPr>
          <a:lstStyle>
            <a:lvl1pPr indent="-393700" lvl="0" marL="457200" marR="0" rtl="0" algn="l">
              <a:spcBef>
                <a:spcPts val="520"/>
              </a:spcBef>
              <a:spcAft>
                <a:spcPts val="0"/>
              </a:spcAft>
              <a:buClr>
                <a:schemeClr val="dk1"/>
              </a:buClr>
              <a:buSzPts val="2600"/>
              <a:buFont typeface="Calibri"/>
              <a:buChar char="•"/>
              <a:defRPr b="0" i="0" sz="2600" u="none" cap="none" strike="noStrike">
                <a:solidFill>
                  <a:schemeClr val="dk1"/>
                </a:solidFill>
                <a:latin typeface="Calibri"/>
                <a:ea typeface="Calibri"/>
                <a:cs typeface="Calibri"/>
                <a:sym typeface="Calibri"/>
              </a:defRPr>
            </a:lvl1pPr>
            <a:lvl2pPr indent="-381000" lvl="1" marL="914400" marR="0" rtl="0" algn="l">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2pPr>
            <a:lvl3pPr indent="-368300" lvl="2" marL="1371600" marR="0" rtl="0" algn="l">
              <a:spcBef>
                <a:spcPts val="440"/>
              </a:spcBef>
              <a:spcAft>
                <a:spcPts val="0"/>
              </a:spcAft>
              <a:buClr>
                <a:schemeClr val="dk1"/>
              </a:buClr>
              <a:buSzPts val="2200"/>
              <a:buFont typeface="Calibri"/>
              <a:buChar char="•"/>
              <a:defRPr b="0" i="0" sz="2200" u="none" cap="none" strike="noStrike">
                <a:solidFill>
                  <a:schemeClr val="dk1"/>
                </a:solidFill>
                <a:latin typeface="Calibri"/>
                <a:ea typeface="Calibri"/>
                <a:cs typeface="Calibri"/>
                <a:sym typeface="Calibri"/>
              </a:defRPr>
            </a:lvl3pPr>
            <a:lvl4pPr indent="-330200" lvl="3" marL="1828800" marR="0" rtl="0" algn="l">
              <a:spcBef>
                <a:spcPts val="320"/>
              </a:spcBef>
              <a:spcAft>
                <a:spcPts val="0"/>
              </a:spcAft>
              <a:buClr>
                <a:schemeClr val="dk1"/>
              </a:buClr>
              <a:buSzPts val="1600"/>
              <a:buFont typeface="Calibri"/>
              <a:buChar char="•"/>
              <a:defRPr b="0" i="0" sz="1600" u="none" cap="none" strike="noStrike">
                <a:solidFill>
                  <a:schemeClr val="dk1"/>
                </a:solidFill>
                <a:latin typeface="Calibri"/>
                <a:ea typeface="Calibri"/>
                <a:cs typeface="Calibri"/>
                <a:sym typeface="Calibri"/>
              </a:defRPr>
            </a:lvl4pPr>
            <a:lvl5pPr indent="-317500" lvl="4" marL="2286000" marR="0" rtl="0" algn="l">
              <a:spcBef>
                <a:spcPts val="280"/>
              </a:spcBef>
              <a:spcAft>
                <a:spcPts val="0"/>
              </a:spcAft>
              <a:buClr>
                <a:schemeClr val="dk1"/>
              </a:buClr>
              <a:buSzPts val="1400"/>
              <a:buFont typeface="Calibri"/>
              <a:buChar char="•"/>
              <a:defRPr b="0" i="0" sz="1400" u="none" cap="none" strike="noStrike">
                <a:solidFill>
                  <a:schemeClr val="dk1"/>
                </a:solidFill>
                <a:latin typeface="Calibri"/>
                <a:ea typeface="Calibri"/>
                <a:cs typeface="Calibri"/>
                <a:sym typeface="Calibri"/>
              </a:defRPr>
            </a:lvl5pPr>
            <a:lvl6pPr indent="-317500" lvl="5" marL="2743200" marR="0" rtl="0" algn="l">
              <a:spcBef>
                <a:spcPts val="280"/>
              </a:spcBef>
              <a:spcAft>
                <a:spcPts val="0"/>
              </a:spcAft>
              <a:buClr>
                <a:schemeClr val="dk1"/>
              </a:buClr>
              <a:buSzPts val="1400"/>
              <a:buFont typeface="Tahoma"/>
              <a:buChar char="•"/>
              <a:defRPr b="0" i="0" sz="1400" u="none" cap="none" strike="noStrike">
                <a:solidFill>
                  <a:schemeClr val="dk1"/>
                </a:solidFill>
                <a:latin typeface="Tahoma"/>
                <a:ea typeface="Tahoma"/>
                <a:cs typeface="Tahoma"/>
                <a:sym typeface="Tahoma"/>
              </a:defRPr>
            </a:lvl6pPr>
            <a:lvl7pPr indent="-317500" lvl="6" marL="3200400" marR="0" rtl="0" algn="l">
              <a:spcBef>
                <a:spcPts val="280"/>
              </a:spcBef>
              <a:spcAft>
                <a:spcPts val="0"/>
              </a:spcAft>
              <a:buClr>
                <a:schemeClr val="dk1"/>
              </a:buClr>
              <a:buSzPts val="1400"/>
              <a:buFont typeface="Tahoma"/>
              <a:buChar char="•"/>
              <a:defRPr b="0" i="0" sz="1400" u="none" cap="none" strike="noStrike">
                <a:solidFill>
                  <a:schemeClr val="dk1"/>
                </a:solidFill>
                <a:latin typeface="Tahoma"/>
                <a:ea typeface="Tahoma"/>
                <a:cs typeface="Tahoma"/>
                <a:sym typeface="Tahoma"/>
              </a:defRPr>
            </a:lvl7pPr>
            <a:lvl8pPr indent="-317500" lvl="7" marL="3657600" marR="0" rtl="0" algn="l">
              <a:spcBef>
                <a:spcPts val="280"/>
              </a:spcBef>
              <a:spcAft>
                <a:spcPts val="0"/>
              </a:spcAft>
              <a:buClr>
                <a:schemeClr val="dk1"/>
              </a:buClr>
              <a:buSzPts val="1400"/>
              <a:buFont typeface="Tahoma"/>
              <a:buChar char="•"/>
              <a:defRPr b="0" i="0" sz="1400" u="none" cap="none" strike="noStrike">
                <a:solidFill>
                  <a:schemeClr val="dk1"/>
                </a:solidFill>
                <a:latin typeface="Tahoma"/>
                <a:ea typeface="Tahoma"/>
                <a:cs typeface="Tahoma"/>
                <a:sym typeface="Tahoma"/>
              </a:defRPr>
            </a:lvl8pPr>
            <a:lvl9pPr indent="-317500" lvl="8" marL="4114800" marR="0" rtl="0" algn="l">
              <a:spcBef>
                <a:spcPts val="280"/>
              </a:spcBef>
              <a:spcAft>
                <a:spcPts val="0"/>
              </a:spcAft>
              <a:buClr>
                <a:schemeClr val="dk1"/>
              </a:buClr>
              <a:buSzPts val="1400"/>
              <a:buFont typeface="Tahoma"/>
              <a:buChar char="•"/>
              <a:defRPr b="0" i="0" sz="1400" u="none" cap="none" strike="noStrike">
                <a:solidFill>
                  <a:schemeClr val="dk1"/>
                </a:solidFill>
                <a:latin typeface="Tahoma"/>
                <a:ea typeface="Tahoma"/>
                <a:cs typeface="Tahoma"/>
                <a:sym typeface="Tahoma"/>
              </a:defRPr>
            </a:lvl9pPr>
          </a:lstStyle>
          <a:p/>
        </p:txBody>
      </p:sp>
      <p:sp>
        <p:nvSpPr>
          <p:cNvPr id="15" name="Google Shape;15;p13"/>
          <p:cNvSpPr txBox="1"/>
          <p:nvPr>
            <p:ph idx="12" type="sldNum"/>
          </p:nvPr>
        </p:nvSpPr>
        <p:spPr>
          <a:xfrm>
            <a:off x="11430000" y="6524626"/>
            <a:ext cx="569384" cy="3333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1pPr>
            <a:lvl2pPr indent="0" lvl="1" marL="0" marR="0" rt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2pPr>
            <a:lvl3pPr indent="0" lvl="2" marL="0" marR="0" rt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3pPr>
            <a:lvl4pPr indent="0" lvl="3" marL="0" marR="0" rt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4pPr>
            <a:lvl5pPr indent="0" lvl="4" marL="0" marR="0" rt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5pPr>
            <a:lvl6pPr indent="0" lvl="5" marL="0" marR="0" rt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6pPr>
            <a:lvl7pPr indent="0" lvl="6" marL="0" marR="0" rt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7pPr>
            <a:lvl8pPr indent="0" lvl="7" marL="0" marR="0" rt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8pPr>
            <a:lvl9pPr indent="0" lvl="8" marL="0" marR="0" rtl="0" algn="r">
              <a:spcBef>
                <a:spcPts val="0"/>
              </a:spcBef>
              <a:spcAft>
                <a:spcPts val="0"/>
              </a:spcAft>
              <a:buClr>
                <a:srgbClr val="404040"/>
              </a:buClr>
              <a:buSzPts val="1400"/>
              <a:buFont typeface="Calibri"/>
              <a:buNone/>
              <a:defRPr b="0" i="0" sz="1400" u="none" cap="none" strike="noStrike">
                <a:solidFill>
                  <a:srgbClr val="40404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cs-CZ"/>
              <a:t>‹#›</a:t>
            </a:fld>
            <a:endParaRPr/>
          </a:p>
        </p:txBody>
      </p:sp>
      <p:sp>
        <p:nvSpPr>
          <p:cNvPr id="16" name="Google Shape;16;p13"/>
          <p:cNvSpPr/>
          <p:nvPr/>
        </p:nvSpPr>
        <p:spPr>
          <a:xfrm>
            <a:off x="287867" y="115889"/>
            <a:ext cx="63500" cy="288925"/>
          </a:xfrm>
          <a:prstGeom prst="rect">
            <a:avLst/>
          </a:prstGeom>
          <a:solidFill>
            <a:srgbClr val="FE000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9000C"/>
              </a:buClr>
              <a:buSzPts val="2400"/>
              <a:buFont typeface="Tahoma"/>
              <a:buNone/>
            </a:pPr>
            <a:r>
              <a:t/>
            </a:r>
            <a:endParaRPr b="0" i="0" sz="2400" u="none" cap="none" strike="noStrike">
              <a:solidFill>
                <a:schemeClr val="dk1"/>
              </a:solidFill>
              <a:latin typeface="Century Gothic"/>
              <a:ea typeface="Century Gothic"/>
              <a:cs typeface="Century Gothic"/>
              <a:sym typeface="Century Gothic"/>
            </a:endParaRPr>
          </a:p>
        </p:txBody>
      </p:sp>
      <p:sp>
        <p:nvSpPr>
          <p:cNvPr id="17" name="Google Shape;17;p13"/>
          <p:cNvSpPr/>
          <p:nvPr/>
        </p:nvSpPr>
        <p:spPr>
          <a:xfrm>
            <a:off x="10777335" y="116632"/>
            <a:ext cx="63500" cy="288925"/>
          </a:xfrm>
          <a:prstGeom prst="rect">
            <a:avLst/>
          </a:prstGeom>
          <a:solidFill>
            <a:srgbClr val="00A9E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9000C"/>
              </a:buClr>
              <a:buSzPts val="2400"/>
              <a:buFont typeface="Tahoma"/>
              <a:buNone/>
            </a:pPr>
            <a:r>
              <a:t/>
            </a:r>
            <a:endParaRPr b="0" i="0" sz="2400" u="none" cap="none" strike="noStrike">
              <a:solidFill>
                <a:schemeClr val="dk1"/>
              </a:solidFill>
              <a:latin typeface="Century Gothic"/>
              <a:ea typeface="Century Gothic"/>
              <a:cs typeface="Century Gothic"/>
              <a:sym typeface="Century Gothic"/>
            </a:endParaRPr>
          </a:p>
        </p:txBody>
      </p:sp>
      <p:pic>
        <p:nvPicPr>
          <p:cNvPr id="18" name="Google Shape;18;p13"/>
          <p:cNvPicPr preferRelativeResize="0"/>
          <p:nvPr/>
        </p:nvPicPr>
        <p:blipFill rotWithShape="1">
          <a:blip r:embed="rId1">
            <a:alphaModFix/>
          </a:blip>
          <a:srcRect b="0" l="0" r="0" t="0"/>
          <a:stretch/>
        </p:blipFill>
        <p:spPr>
          <a:xfrm>
            <a:off x="10968508" y="53450"/>
            <a:ext cx="1095817" cy="43891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hyperlink" Target="http://drive.google.com/file/d/1aE-gupCtwhhT0TSr4ksgZjkFLdXhtH_K/view" TargetMode="External"/><Relationship Id="rId6" Type="http://schemas.openxmlformats.org/officeDocument/2006/relationships/image" Target="../media/image1.png"/><Relationship Id="rId7" Type="http://schemas.openxmlformats.org/officeDocument/2006/relationships/hyperlink" Target="http://drive.google.com/file/d/15BTKpxITlqG105VeglVpAjBpnHzRipNj/view"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
          <p:cNvSpPr txBox="1"/>
          <p:nvPr>
            <p:ph type="ctrTitle"/>
          </p:nvPr>
        </p:nvSpPr>
        <p:spPr>
          <a:xfrm>
            <a:off x="479376" y="1988840"/>
            <a:ext cx="7928506" cy="1254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400"/>
              </a:spcAft>
              <a:buClr>
                <a:schemeClr val="dk1"/>
              </a:buClr>
              <a:buSzPts val="1100"/>
              <a:buFont typeface="Arial"/>
              <a:buNone/>
            </a:pPr>
            <a:r>
              <a:rPr b="1" lang="cs-CZ"/>
              <a:t>Sub-band Audio Coding Using a Two-Band FIR Filter Bank</a:t>
            </a:r>
            <a:endParaRPr/>
          </a:p>
        </p:txBody>
      </p:sp>
      <p:sp>
        <p:nvSpPr>
          <p:cNvPr id="77" name="Google Shape;77;p1"/>
          <p:cNvSpPr txBox="1"/>
          <p:nvPr>
            <p:ph idx="1" type="subTitle"/>
          </p:nvPr>
        </p:nvSpPr>
        <p:spPr>
          <a:xfrm>
            <a:off x="479376" y="3694112"/>
            <a:ext cx="7921674" cy="801687"/>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3200"/>
              <a:buFont typeface="Calibri"/>
              <a:buNone/>
            </a:pPr>
            <a:r>
              <a:rPr lang="cs-CZ"/>
              <a:t>Vaibhav Khute</a:t>
            </a:r>
            <a:endParaRPr/>
          </a:p>
        </p:txBody>
      </p:sp>
      <p:sp>
        <p:nvSpPr>
          <p:cNvPr id="78" name="Google Shape;78;p1"/>
          <p:cNvSpPr txBox="1"/>
          <p:nvPr/>
        </p:nvSpPr>
        <p:spPr>
          <a:xfrm>
            <a:off x="533625" y="5118800"/>
            <a:ext cx="5958900" cy="130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cs-CZ" sz="2600">
                <a:solidFill>
                  <a:schemeClr val="dk1"/>
                </a:solidFill>
                <a:latin typeface="Calibri"/>
                <a:ea typeface="Calibri"/>
                <a:cs typeface="Calibri"/>
                <a:sym typeface="Calibri"/>
              </a:rPr>
              <a:t>Course: Digital Signal Processing</a:t>
            </a:r>
            <a:endParaRPr sz="26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2"/>
          <p:cNvSpPr txBox="1"/>
          <p:nvPr>
            <p:ph type="title"/>
          </p:nvPr>
        </p:nvSpPr>
        <p:spPr>
          <a:xfrm>
            <a:off x="431801" y="-100013"/>
            <a:ext cx="10265700" cy="7206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cs-CZ"/>
              <a:t>Background</a:t>
            </a:r>
            <a:r>
              <a:rPr lang="cs-CZ"/>
              <a:t> and </a:t>
            </a:r>
            <a:r>
              <a:rPr lang="cs-CZ"/>
              <a:t>Motivation</a:t>
            </a:r>
            <a:endParaRPr/>
          </a:p>
        </p:txBody>
      </p:sp>
      <p:sp>
        <p:nvSpPr>
          <p:cNvPr id="85" name="Google Shape;85;p2"/>
          <p:cNvSpPr txBox="1"/>
          <p:nvPr>
            <p:ph idx="12" type="sldNum"/>
          </p:nvPr>
        </p:nvSpPr>
        <p:spPr>
          <a:xfrm>
            <a:off x="11430000" y="6524626"/>
            <a:ext cx="569384" cy="3333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404040"/>
              </a:buClr>
              <a:buSzPts val="1400"/>
              <a:buFont typeface="Calibri"/>
              <a:buNone/>
            </a:pPr>
            <a:fld id="{00000000-1234-1234-1234-123412341234}" type="slidenum">
              <a:rPr lang="cs-CZ"/>
              <a:t>‹#›</a:t>
            </a:fld>
            <a:endParaRPr/>
          </a:p>
        </p:txBody>
      </p:sp>
      <p:sp>
        <p:nvSpPr>
          <p:cNvPr id="86" name="Google Shape;86;p2"/>
          <p:cNvSpPr txBox="1"/>
          <p:nvPr/>
        </p:nvSpPr>
        <p:spPr>
          <a:xfrm>
            <a:off x="503975" y="1106775"/>
            <a:ext cx="10781100" cy="5000100"/>
          </a:xfrm>
          <a:prstGeom prst="rect">
            <a:avLst/>
          </a:prstGeom>
          <a:noFill/>
          <a:ln>
            <a:noFill/>
          </a:ln>
        </p:spPr>
        <p:txBody>
          <a:bodyPr anchorCtr="0" anchor="t" bIns="91425" lIns="91425" spcFirstLastPara="1" rIns="91425" wrap="square" tIns="91425">
            <a:noAutofit/>
          </a:bodyPr>
          <a:lstStyle/>
          <a:p>
            <a:pPr indent="-393700" lvl="0" marL="457200" rtl="0" algn="l">
              <a:spcBef>
                <a:spcPts val="0"/>
              </a:spcBef>
              <a:spcAft>
                <a:spcPts val="0"/>
              </a:spcAft>
              <a:buClr>
                <a:schemeClr val="dk1"/>
              </a:buClr>
              <a:buSzPts val="2600"/>
              <a:buFont typeface="Calibri"/>
              <a:buChar char="●"/>
            </a:pPr>
            <a:r>
              <a:rPr lang="cs-CZ" sz="2600">
                <a:solidFill>
                  <a:schemeClr val="dk1"/>
                </a:solidFill>
                <a:latin typeface="Calibri"/>
                <a:ea typeface="Calibri"/>
                <a:cs typeface="Calibri"/>
                <a:sym typeface="Calibri"/>
              </a:rPr>
              <a:t>Audio signals require large storage and bandwidth</a:t>
            </a:r>
            <a:endParaRPr sz="2600">
              <a:solidFill>
                <a:schemeClr val="dk1"/>
              </a:solidFill>
              <a:latin typeface="Calibri"/>
              <a:ea typeface="Calibri"/>
              <a:cs typeface="Calibri"/>
              <a:sym typeface="Calibri"/>
            </a:endParaRPr>
          </a:p>
          <a:p>
            <a:pPr indent="0" lvl="0" marL="457200" rtl="0" algn="l">
              <a:spcBef>
                <a:spcPts val="0"/>
              </a:spcBef>
              <a:spcAft>
                <a:spcPts val="0"/>
              </a:spcAft>
              <a:buNone/>
            </a:pPr>
            <a:r>
              <a:t/>
            </a:r>
            <a:endParaRPr sz="2600">
              <a:solidFill>
                <a:schemeClr val="dk1"/>
              </a:solidFill>
              <a:latin typeface="Calibri"/>
              <a:ea typeface="Calibri"/>
              <a:cs typeface="Calibri"/>
              <a:sym typeface="Calibri"/>
            </a:endParaRPr>
          </a:p>
          <a:p>
            <a:pPr indent="-393700" lvl="0" marL="457200" rtl="0" algn="l">
              <a:spcBef>
                <a:spcPts val="0"/>
              </a:spcBef>
              <a:spcAft>
                <a:spcPts val="0"/>
              </a:spcAft>
              <a:buClr>
                <a:schemeClr val="dk1"/>
              </a:buClr>
              <a:buSzPts val="2600"/>
              <a:buFont typeface="Calibri"/>
              <a:buChar char="●"/>
            </a:pPr>
            <a:r>
              <a:rPr lang="cs-CZ" sz="2600">
                <a:solidFill>
                  <a:schemeClr val="dk1"/>
                </a:solidFill>
                <a:latin typeface="Calibri"/>
                <a:ea typeface="Calibri"/>
                <a:cs typeface="Calibri"/>
                <a:sym typeface="Calibri"/>
              </a:rPr>
              <a:t>Speech has most energy in low frequencies</a:t>
            </a:r>
            <a:endParaRPr sz="2600">
              <a:solidFill>
                <a:schemeClr val="dk1"/>
              </a:solidFill>
              <a:latin typeface="Calibri"/>
              <a:ea typeface="Calibri"/>
              <a:cs typeface="Calibri"/>
              <a:sym typeface="Calibri"/>
            </a:endParaRPr>
          </a:p>
          <a:p>
            <a:pPr indent="0" lvl="0" marL="457200" rtl="0" algn="l">
              <a:spcBef>
                <a:spcPts val="0"/>
              </a:spcBef>
              <a:spcAft>
                <a:spcPts val="0"/>
              </a:spcAft>
              <a:buNone/>
            </a:pPr>
            <a:r>
              <a:t/>
            </a:r>
            <a:endParaRPr sz="2600">
              <a:solidFill>
                <a:schemeClr val="dk1"/>
              </a:solidFill>
              <a:latin typeface="Calibri"/>
              <a:ea typeface="Calibri"/>
              <a:cs typeface="Calibri"/>
              <a:sym typeface="Calibri"/>
            </a:endParaRPr>
          </a:p>
          <a:p>
            <a:pPr indent="-393700" lvl="0" marL="457200" rtl="0" algn="l">
              <a:spcBef>
                <a:spcPts val="0"/>
              </a:spcBef>
              <a:spcAft>
                <a:spcPts val="0"/>
              </a:spcAft>
              <a:buClr>
                <a:schemeClr val="dk1"/>
              </a:buClr>
              <a:buSzPts val="2600"/>
              <a:buFont typeface="Calibri"/>
              <a:buChar char="●"/>
            </a:pPr>
            <a:r>
              <a:rPr lang="cs-CZ" sz="2600">
                <a:solidFill>
                  <a:schemeClr val="dk1"/>
                </a:solidFill>
                <a:latin typeface="Calibri"/>
                <a:ea typeface="Calibri"/>
                <a:cs typeface="Calibri"/>
                <a:sym typeface="Calibri"/>
              </a:rPr>
              <a:t>Treating all frequencies equally is inefficient</a:t>
            </a:r>
            <a:endParaRPr sz="2600">
              <a:solidFill>
                <a:schemeClr val="dk1"/>
              </a:solidFill>
              <a:latin typeface="Calibri"/>
              <a:ea typeface="Calibri"/>
              <a:cs typeface="Calibri"/>
              <a:sym typeface="Calibri"/>
            </a:endParaRPr>
          </a:p>
          <a:p>
            <a:pPr indent="0" lvl="0" marL="457200" rtl="0" algn="l">
              <a:spcBef>
                <a:spcPts val="0"/>
              </a:spcBef>
              <a:spcAft>
                <a:spcPts val="0"/>
              </a:spcAft>
              <a:buNone/>
            </a:pPr>
            <a:r>
              <a:t/>
            </a:r>
            <a:endParaRPr sz="2600">
              <a:solidFill>
                <a:schemeClr val="dk1"/>
              </a:solidFill>
              <a:latin typeface="Calibri"/>
              <a:ea typeface="Calibri"/>
              <a:cs typeface="Calibri"/>
              <a:sym typeface="Calibri"/>
            </a:endParaRPr>
          </a:p>
          <a:p>
            <a:pPr indent="-393700" lvl="0" marL="457200" rtl="0" algn="l">
              <a:spcBef>
                <a:spcPts val="0"/>
              </a:spcBef>
              <a:spcAft>
                <a:spcPts val="0"/>
              </a:spcAft>
              <a:buClr>
                <a:schemeClr val="dk1"/>
              </a:buClr>
              <a:buSzPts val="2600"/>
              <a:buFont typeface="Calibri"/>
              <a:buChar char="●"/>
            </a:pPr>
            <a:r>
              <a:rPr lang="cs-CZ" sz="2600">
                <a:solidFill>
                  <a:schemeClr val="dk1"/>
                </a:solidFill>
                <a:latin typeface="Calibri"/>
                <a:ea typeface="Calibri"/>
                <a:cs typeface="Calibri"/>
                <a:sym typeface="Calibri"/>
              </a:rPr>
              <a:t>Sub-band coding allows better compression</a:t>
            </a:r>
            <a:endParaRPr sz="2600">
              <a:solidFill>
                <a:schemeClr val="dk1"/>
              </a:solidFill>
              <a:latin typeface="Calibri"/>
              <a:ea typeface="Calibri"/>
              <a:cs typeface="Calibri"/>
              <a:sym typeface="Calibri"/>
            </a:endParaRPr>
          </a:p>
          <a:p>
            <a:pPr indent="0" lvl="0" marL="0" rtl="0" algn="l">
              <a:spcBef>
                <a:spcPts val="0"/>
              </a:spcBef>
              <a:spcAft>
                <a:spcPts val="0"/>
              </a:spcAft>
              <a:buNone/>
            </a:pPr>
            <a:r>
              <a:t/>
            </a:r>
            <a:endParaRPr sz="26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3"/>
          <p:cNvSpPr txBox="1"/>
          <p:nvPr>
            <p:ph type="title"/>
          </p:nvPr>
        </p:nvSpPr>
        <p:spPr>
          <a:xfrm>
            <a:off x="431801" y="-100013"/>
            <a:ext cx="10265833" cy="720726"/>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cs-CZ"/>
              <a:t>Project Objective</a:t>
            </a:r>
            <a:endParaRPr/>
          </a:p>
        </p:txBody>
      </p:sp>
      <p:sp>
        <p:nvSpPr>
          <p:cNvPr id="93" name="Google Shape;93;p3"/>
          <p:cNvSpPr txBox="1"/>
          <p:nvPr>
            <p:ph idx="12" type="sldNum"/>
          </p:nvPr>
        </p:nvSpPr>
        <p:spPr>
          <a:xfrm>
            <a:off x="11430000" y="6524626"/>
            <a:ext cx="569384" cy="3333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404040"/>
              </a:buClr>
              <a:buSzPts val="1400"/>
              <a:buFont typeface="Calibri"/>
              <a:buNone/>
            </a:pPr>
            <a:fld id="{00000000-1234-1234-1234-123412341234}" type="slidenum">
              <a:rPr lang="cs-CZ"/>
              <a:t>‹#›</a:t>
            </a:fld>
            <a:endParaRPr/>
          </a:p>
        </p:txBody>
      </p:sp>
      <p:sp>
        <p:nvSpPr>
          <p:cNvPr id="94" name="Google Shape;94;p3"/>
          <p:cNvSpPr txBox="1"/>
          <p:nvPr/>
        </p:nvSpPr>
        <p:spPr>
          <a:xfrm>
            <a:off x="316225" y="1195700"/>
            <a:ext cx="6571500" cy="4832100"/>
          </a:xfrm>
          <a:prstGeom prst="rect">
            <a:avLst/>
          </a:prstGeom>
          <a:noFill/>
          <a:ln>
            <a:noFill/>
          </a:ln>
        </p:spPr>
        <p:txBody>
          <a:bodyPr anchorCtr="0" anchor="t" bIns="91425" lIns="91425" spcFirstLastPara="1" rIns="91425" wrap="square" tIns="91425">
            <a:noAutofit/>
          </a:bodyPr>
          <a:lstStyle/>
          <a:p>
            <a:pPr indent="-393700" lvl="0" marL="457200" rtl="0" algn="l">
              <a:spcBef>
                <a:spcPts val="0"/>
              </a:spcBef>
              <a:spcAft>
                <a:spcPts val="0"/>
              </a:spcAft>
              <a:buClr>
                <a:schemeClr val="dk1"/>
              </a:buClr>
              <a:buSzPts val="2600"/>
              <a:buFont typeface="Calibri"/>
              <a:buChar char="●"/>
            </a:pPr>
            <a:r>
              <a:rPr lang="cs-CZ" sz="2600">
                <a:solidFill>
                  <a:schemeClr val="dk1"/>
                </a:solidFill>
                <a:latin typeface="Calibri"/>
                <a:ea typeface="Calibri"/>
                <a:cs typeface="Calibri"/>
                <a:sym typeface="Calibri"/>
              </a:rPr>
              <a:t>Design a simple sub-band audio coder</a:t>
            </a:r>
            <a:endParaRPr sz="2600">
              <a:solidFill>
                <a:schemeClr val="dk1"/>
              </a:solidFill>
              <a:latin typeface="Calibri"/>
              <a:ea typeface="Calibri"/>
              <a:cs typeface="Calibri"/>
              <a:sym typeface="Calibri"/>
            </a:endParaRPr>
          </a:p>
          <a:p>
            <a:pPr indent="0" lvl="0" marL="457200" rtl="0" algn="l">
              <a:spcBef>
                <a:spcPts val="0"/>
              </a:spcBef>
              <a:spcAft>
                <a:spcPts val="0"/>
              </a:spcAft>
              <a:buNone/>
            </a:pPr>
            <a:r>
              <a:t/>
            </a:r>
            <a:endParaRPr sz="2600">
              <a:solidFill>
                <a:schemeClr val="dk1"/>
              </a:solidFill>
              <a:latin typeface="Calibri"/>
              <a:ea typeface="Calibri"/>
              <a:cs typeface="Calibri"/>
              <a:sym typeface="Calibri"/>
            </a:endParaRPr>
          </a:p>
          <a:p>
            <a:pPr indent="-393700" lvl="0" marL="457200" rtl="0" algn="l">
              <a:spcBef>
                <a:spcPts val="0"/>
              </a:spcBef>
              <a:spcAft>
                <a:spcPts val="0"/>
              </a:spcAft>
              <a:buClr>
                <a:schemeClr val="dk1"/>
              </a:buClr>
              <a:buSzPts val="2600"/>
              <a:buFont typeface="Calibri"/>
              <a:buChar char="●"/>
            </a:pPr>
            <a:r>
              <a:rPr lang="cs-CZ" sz="2600">
                <a:solidFill>
                  <a:schemeClr val="dk1"/>
                </a:solidFill>
                <a:latin typeface="Calibri"/>
                <a:ea typeface="Calibri"/>
                <a:cs typeface="Calibri"/>
                <a:sym typeface="Calibri"/>
              </a:rPr>
              <a:t>Split audio into low and high frequency bands</a:t>
            </a:r>
            <a:endParaRPr sz="2600">
              <a:solidFill>
                <a:schemeClr val="dk1"/>
              </a:solidFill>
              <a:latin typeface="Calibri"/>
              <a:ea typeface="Calibri"/>
              <a:cs typeface="Calibri"/>
              <a:sym typeface="Calibri"/>
            </a:endParaRPr>
          </a:p>
          <a:p>
            <a:pPr indent="0" lvl="0" marL="457200" rtl="0" algn="l">
              <a:spcBef>
                <a:spcPts val="0"/>
              </a:spcBef>
              <a:spcAft>
                <a:spcPts val="0"/>
              </a:spcAft>
              <a:buNone/>
            </a:pPr>
            <a:r>
              <a:t/>
            </a:r>
            <a:endParaRPr sz="2600">
              <a:solidFill>
                <a:schemeClr val="dk1"/>
              </a:solidFill>
              <a:latin typeface="Calibri"/>
              <a:ea typeface="Calibri"/>
              <a:cs typeface="Calibri"/>
              <a:sym typeface="Calibri"/>
            </a:endParaRPr>
          </a:p>
          <a:p>
            <a:pPr indent="-393700" lvl="0" marL="457200" rtl="0" algn="l">
              <a:spcBef>
                <a:spcPts val="0"/>
              </a:spcBef>
              <a:spcAft>
                <a:spcPts val="0"/>
              </a:spcAft>
              <a:buClr>
                <a:schemeClr val="dk1"/>
              </a:buClr>
              <a:buSzPts val="2600"/>
              <a:buFont typeface="Calibri"/>
              <a:buChar char="●"/>
            </a:pPr>
            <a:r>
              <a:rPr lang="cs-CZ" sz="2600">
                <a:solidFill>
                  <a:schemeClr val="dk1"/>
                </a:solidFill>
                <a:latin typeface="Calibri"/>
                <a:ea typeface="Calibri"/>
                <a:cs typeface="Calibri"/>
                <a:sym typeface="Calibri"/>
              </a:rPr>
              <a:t>Compress each band differently</a:t>
            </a:r>
            <a:endParaRPr sz="2600">
              <a:solidFill>
                <a:schemeClr val="dk1"/>
              </a:solidFill>
              <a:latin typeface="Calibri"/>
              <a:ea typeface="Calibri"/>
              <a:cs typeface="Calibri"/>
              <a:sym typeface="Calibri"/>
            </a:endParaRPr>
          </a:p>
          <a:p>
            <a:pPr indent="0" lvl="0" marL="457200" rtl="0" algn="l">
              <a:spcBef>
                <a:spcPts val="0"/>
              </a:spcBef>
              <a:spcAft>
                <a:spcPts val="0"/>
              </a:spcAft>
              <a:buNone/>
            </a:pPr>
            <a:r>
              <a:t/>
            </a:r>
            <a:endParaRPr sz="2600">
              <a:solidFill>
                <a:schemeClr val="dk1"/>
              </a:solidFill>
              <a:latin typeface="Calibri"/>
              <a:ea typeface="Calibri"/>
              <a:cs typeface="Calibri"/>
              <a:sym typeface="Calibri"/>
            </a:endParaRPr>
          </a:p>
          <a:p>
            <a:pPr indent="-393700" lvl="0" marL="457200" rtl="0" algn="l">
              <a:spcBef>
                <a:spcPts val="0"/>
              </a:spcBef>
              <a:spcAft>
                <a:spcPts val="0"/>
              </a:spcAft>
              <a:buClr>
                <a:schemeClr val="dk1"/>
              </a:buClr>
              <a:buSzPts val="2600"/>
              <a:buFont typeface="Calibri"/>
              <a:buChar char="●"/>
            </a:pPr>
            <a:r>
              <a:rPr lang="cs-CZ" sz="2600">
                <a:solidFill>
                  <a:schemeClr val="dk1"/>
                </a:solidFill>
                <a:latin typeface="Calibri"/>
                <a:ea typeface="Calibri"/>
                <a:cs typeface="Calibri"/>
                <a:sym typeface="Calibri"/>
              </a:rPr>
              <a:t>Reconstruct audio and evaluate quality</a:t>
            </a:r>
            <a:endParaRPr sz="2600">
              <a:solidFill>
                <a:schemeClr val="dk1"/>
              </a:solidFill>
              <a:latin typeface="Calibri"/>
              <a:ea typeface="Calibri"/>
              <a:cs typeface="Calibri"/>
              <a:sym typeface="Calibri"/>
            </a:endParaRPr>
          </a:p>
          <a:p>
            <a:pPr indent="0" lvl="0" marL="0" rtl="0" algn="l">
              <a:spcBef>
                <a:spcPts val="0"/>
              </a:spcBef>
              <a:spcAft>
                <a:spcPts val="0"/>
              </a:spcAft>
              <a:buNone/>
            </a:pPr>
            <a:r>
              <a:t/>
            </a:r>
            <a:endParaRPr sz="2600">
              <a:solidFill>
                <a:schemeClr val="dk1"/>
              </a:solidFill>
              <a:latin typeface="Calibri"/>
              <a:ea typeface="Calibri"/>
              <a:cs typeface="Calibri"/>
              <a:sym typeface="Calibri"/>
            </a:endParaRPr>
          </a:p>
        </p:txBody>
      </p:sp>
      <p:pic>
        <p:nvPicPr>
          <p:cNvPr id="95" name="Google Shape;95;p3"/>
          <p:cNvPicPr preferRelativeResize="0"/>
          <p:nvPr/>
        </p:nvPicPr>
        <p:blipFill rotWithShape="1">
          <a:blip r:embed="rId3">
            <a:alphaModFix/>
          </a:blip>
          <a:srcRect b="15853" l="0" r="0" t="0"/>
          <a:stretch/>
        </p:blipFill>
        <p:spPr>
          <a:xfrm>
            <a:off x="7209375" y="620725"/>
            <a:ext cx="4572001" cy="577100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4"/>
          <p:cNvSpPr txBox="1"/>
          <p:nvPr>
            <p:ph type="title"/>
          </p:nvPr>
        </p:nvSpPr>
        <p:spPr>
          <a:xfrm>
            <a:off x="431801" y="-100013"/>
            <a:ext cx="10265833" cy="720726"/>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cs-CZ"/>
              <a:t>Input Signals</a:t>
            </a:r>
            <a:endParaRPr/>
          </a:p>
        </p:txBody>
      </p:sp>
      <p:sp>
        <p:nvSpPr>
          <p:cNvPr id="102" name="Google Shape;102;p4"/>
          <p:cNvSpPr txBox="1"/>
          <p:nvPr>
            <p:ph idx="12" type="sldNum"/>
          </p:nvPr>
        </p:nvSpPr>
        <p:spPr>
          <a:xfrm>
            <a:off x="11430000" y="6524626"/>
            <a:ext cx="569384" cy="3333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404040"/>
              </a:buClr>
              <a:buSzPts val="1400"/>
              <a:buFont typeface="Calibri"/>
              <a:buNone/>
            </a:pPr>
            <a:fld id="{00000000-1234-1234-1234-123412341234}" type="slidenum">
              <a:rPr lang="cs-CZ"/>
              <a:t>‹#›</a:t>
            </a:fld>
            <a:endParaRPr/>
          </a:p>
        </p:txBody>
      </p:sp>
      <p:sp>
        <p:nvSpPr>
          <p:cNvPr id="103" name="Google Shape;103;p4"/>
          <p:cNvSpPr txBox="1"/>
          <p:nvPr/>
        </p:nvSpPr>
        <p:spPr>
          <a:xfrm>
            <a:off x="355750" y="869600"/>
            <a:ext cx="4773000" cy="5079300"/>
          </a:xfrm>
          <a:prstGeom prst="rect">
            <a:avLst/>
          </a:prstGeom>
          <a:noFill/>
          <a:ln>
            <a:noFill/>
          </a:ln>
        </p:spPr>
        <p:txBody>
          <a:bodyPr anchorCtr="0" anchor="t" bIns="91425" lIns="91425" spcFirstLastPara="1" rIns="91425" wrap="square" tIns="91425">
            <a:noAutofit/>
          </a:bodyPr>
          <a:lstStyle/>
          <a:p>
            <a:pPr indent="-393700" lvl="0" marL="457200" rtl="0" algn="l">
              <a:spcBef>
                <a:spcPts val="0"/>
              </a:spcBef>
              <a:spcAft>
                <a:spcPts val="0"/>
              </a:spcAft>
              <a:buClr>
                <a:schemeClr val="dk1"/>
              </a:buClr>
              <a:buSzPts val="2600"/>
              <a:buFont typeface="Calibri"/>
              <a:buChar char="●"/>
            </a:pPr>
            <a:r>
              <a:rPr lang="cs-CZ" sz="2600">
                <a:solidFill>
                  <a:schemeClr val="dk1"/>
                </a:solidFill>
                <a:latin typeface="Calibri"/>
                <a:ea typeface="Calibri"/>
                <a:cs typeface="Calibri"/>
                <a:sym typeface="Calibri"/>
              </a:rPr>
              <a:t>Two speech signals used</a:t>
            </a:r>
            <a:endParaRPr sz="2600">
              <a:solidFill>
                <a:schemeClr val="dk1"/>
              </a:solidFill>
              <a:latin typeface="Calibri"/>
              <a:ea typeface="Calibri"/>
              <a:cs typeface="Calibri"/>
              <a:sym typeface="Calibri"/>
            </a:endParaRPr>
          </a:p>
          <a:p>
            <a:pPr indent="0" lvl="0" marL="457200" rtl="0" algn="l">
              <a:spcBef>
                <a:spcPts val="0"/>
              </a:spcBef>
              <a:spcAft>
                <a:spcPts val="0"/>
              </a:spcAft>
              <a:buNone/>
            </a:pPr>
            <a:r>
              <a:t/>
            </a:r>
            <a:endParaRPr sz="2600">
              <a:solidFill>
                <a:schemeClr val="dk1"/>
              </a:solidFill>
              <a:latin typeface="Calibri"/>
              <a:ea typeface="Calibri"/>
              <a:cs typeface="Calibri"/>
              <a:sym typeface="Calibri"/>
            </a:endParaRPr>
          </a:p>
          <a:p>
            <a:pPr indent="-393700" lvl="0" marL="457200" rtl="0" algn="l">
              <a:spcBef>
                <a:spcPts val="0"/>
              </a:spcBef>
              <a:spcAft>
                <a:spcPts val="0"/>
              </a:spcAft>
              <a:buClr>
                <a:schemeClr val="dk1"/>
              </a:buClr>
              <a:buSzPts val="2600"/>
              <a:buFont typeface="Calibri"/>
              <a:buChar char="●"/>
            </a:pPr>
            <a:r>
              <a:rPr lang="cs-CZ" sz="2600">
                <a:solidFill>
                  <a:schemeClr val="dk1"/>
                </a:solidFill>
                <a:latin typeface="Calibri"/>
                <a:ea typeface="Calibri"/>
                <a:cs typeface="Calibri"/>
                <a:sym typeface="Calibri"/>
              </a:rPr>
              <a:t>Sampling frequency: 8 kHz</a:t>
            </a:r>
            <a:endParaRPr sz="2600">
              <a:solidFill>
                <a:schemeClr val="dk1"/>
              </a:solidFill>
              <a:latin typeface="Calibri"/>
              <a:ea typeface="Calibri"/>
              <a:cs typeface="Calibri"/>
              <a:sym typeface="Calibri"/>
            </a:endParaRPr>
          </a:p>
          <a:p>
            <a:pPr indent="0" lvl="0" marL="457200" rtl="0" algn="l">
              <a:spcBef>
                <a:spcPts val="0"/>
              </a:spcBef>
              <a:spcAft>
                <a:spcPts val="0"/>
              </a:spcAft>
              <a:buNone/>
            </a:pPr>
            <a:r>
              <a:t/>
            </a:r>
            <a:endParaRPr sz="2600">
              <a:solidFill>
                <a:schemeClr val="dk1"/>
              </a:solidFill>
              <a:latin typeface="Calibri"/>
              <a:ea typeface="Calibri"/>
              <a:cs typeface="Calibri"/>
              <a:sym typeface="Calibri"/>
            </a:endParaRPr>
          </a:p>
          <a:p>
            <a:pPr indent="-393700" lvl="0" marL="457200" rtl="0" algn="l">
              <a:spcBef>
                <a:spcPts val="0"/>
              </a:spcBef>
              <a:spcAft>
                <a:spcPts val="0"/>
              </a:spcAft>
              <a:buClr>
                <a:schemeClr val="dk1"/>
              </a:buClr>
              <a:buSzPts val="2600"/>
              <a:buFont typeface="Calibri"/>
              <a:buChar char="●"/>
            </a:pPr>
            <a:r>
              <a:rPr lang="cs-CZ" sz="2600">
                <a:solidFill>
                  <a:schemeClr val="dk1"/>
                </a:solidFill>
                <a:latin typeface="Calibri"/>
                <a:ea typeface="Calibri"/>
                <a:cs typeface="Calibri"/>
                <a:sym typeface="Calibri"/>
              </a:rPr>
              <a:t>Mono speech audio</a:t>
            </a:r>
            <a:endParaRPr sz="2600">
              <a:solidFill>
                <a:schemeClr val="dk1"/>
              </a:solidFill>
              <a:latin typeface="Calibri"/>
              <a:ea typeface="Calibri"/>
              <a:cs typeface="Calibri"/>
              <a:sym typeface="Calibri"/>
            </a:endParaRPr>
          </a:p>
          <a:p>
            <a:pPr indent="0" lvl="0" marL="457200" rtl="0" algn="l">
              <a:spcBef>
                <a:spcPts val="0"/>
              </a:spcBef>
              <a:spcAft>
                <a:spcPts val="0"/>
              </a:spcAft>
              <a:buNone/>
            </a:pPr>
            <a:r>
              <a:t/>
            </a:r>
            <a:endParaRPr sz="2600">
              <a:solidFill>
                <a:schemeClr val="dk1"/>
              </a:solidFill>
              <a:latin typeface="Calibri"/>
              <a:ea typeface="Calibri"/>
              <a:cs typeface="Calibri"/>
              <a:sym typeface="Calibri"/>
            </a:endParaRPr>
          </a:p>
          <a:p>
            <a:pPr indent="-393700" lvl="0" marL="457200" rtl="0" algn="l">
              <a:spcBef>
                <a:spcPts val="0"/>
              </a:spcBef>
              <a:spcAft>
                <a:spcPts val="0"/>
              </a:spcAft>
              <a:buClr>
                <a:schemeClr val="dk1"/>
              </a:buClr>
              <a:buSzPts val="2600"/>
              <a:buFont typeface="Calibri"/>
              <a:buChar char="●"/>
            </a:pPr>
            <a:r>
              <a:rPr lang="cs-CZ" sz="2600">
                <a:solidFill>
                  <a:schemeClr val="dk1"/>
                </a:solidFill>
                <a:latin typeface="Calibri"/>
                <a:ea typeface="Calibri"/>
                <a:cs typeface="Calibri"/>
                <a:sym typeface="Calibri"/>
              </a:rPr>
              <a:t>Open-source speech recordings</a:t>
            </a:r>
            <a:endParaRPr sz="2600">
              <a:solidFill>
                <a:schemeClr val="dk1"/>
              </a:solidFill>
              <a:latin typeface="Calibri"/>
              <a:ea typeface="Calibri"/>
              <a:cs typeface="Calibri"/>
              <a:sym typeface="Calibri"/>
            </a:endParaRPr>
          </a:p>
          <a:p>
            <a:pPr indent="0" lvl="0" marL="0" rtl="0" algn="l">
              <a:spcBef>
                <a:spcPts val="0"/>
              </a:spcBef>
              <a:spcAft>
                <a:spcPts val="0"/>
              </a:spcAft>
              <a:buNone/>
            </a:pPr>
            <a:r>
              <a:t/>
            </a:r>
            <a:endParaRPr sz="2600">
              <a:solidFill>
                <a:schemeClr val="dk1"/>
              </a:solidFill>
              <a:latin typeface="Calibri"/>
              <a:ea typeface="Calibri"/>
              <a:cs typeface="Calibri"/>
              <a:sym typeface="Calibri"/>
            </a:endParaRPr>
          </a:p>
        </p:txBody>
      </p:sp>
      <p:pic>
        <p:nvPicPr>
          <p:cNvPr id="104" name="Google Shape;104;p4"/>
          <p:cNvPicPr preferRelativeResize="0"/>
          <p:nvPr/>
        </p:nvPicPr>
        <p:blipFill>
          <a:blip r:embed="rId3">
            <a:alphaModFix/>
          </a:blip>
          <a:stretch>
            <a:fillRect/>
          </a:stretch>
        </p:blipFill>
        <p:spPr>
          <a:xfrm>
            <a:off x="5527825" y="820175"/>
            <a:ext cx="5809975" cy="3527825"/>
          </a:xfrm>
          <a:prstGeom prst="rect">
            <a:avLst/>
          </a:prstGeom>
          <a:noFill/>
          <a:ln>
            <a:noFill/>
          </a:ln>
        </p:spPr>
      </p:pic>
      <p:pic>
        <p:nvPicPr>
          <p:cNvPr id="105" name="Google Shape;105;p4"/>
          <p:cNvPicPr preferRelativeResize="0"/>
          <p:nvPr/>
        </p:nvPicPr>
        <p:blipFill>
          <a:blip r:embed="rId4">
            <a:alphaModFix/>
          </a:blip>
          <a:stretch>
            <a:fillRect/>
          </a:stretch>
        </p:blipFill>
        <p:spPr>
          <a:xfrm>
            <a:off x="6194400" y="4234200"/>
            <a:ext cx="4883150" cy="2623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5"/>
          <p:cNvSpPr txBox="1"/>
          <p:nvPr>
            <p:ph type="title"/>
          </p:nvPr>
        </p:nvSpPr>
        <p:spPr>
          <a:xfrm>
            <a:off x="431801" y="-100013"/>
            <a:ext cx="10265833" cy="720726"/>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cs-CZ"/>
              <a:t>Experiment </a:t>
            </a:r>
            <a:endParaRPr/>
          </a:p>
        </p:txBody>
      </p:sp>
      <p:sp>
        <p:nvSpPr>
          <p:cNvPr id="112" name="Google Shape;112;p5"/>
          <p:cNvSpPr txBox="1"/>
          <p:nvPr>
            <p:ph idx="12" type="sldNum"/>
          </p:nvPr>
        </p:nvSpPr>
        <p:spPr>
          <a:xfrm>
            <a:off x="11430000" y="6524626"/>
            <a:ext cx="569384" cy="3333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404040"/>
              </a:buClr>
              <a:buSzPts val="1400"/>
              <a:buFont typeface="Calibri"/>
              <a:buNone/>
            </a:pPr>
            <a:fld id="{00000000-1234-1234-1234-123412341234}" type="slidenum">
              <a:rPr lang="cs-CZ"/>
              <a:t>‹#›</a:t>
            </a:fld>
            <a:endParaRPr/>
          </a:p>
        </p:txBody>
      </p:sp>
      <p:sp>
        <p:nvSpPr>
          <p:cNvPr id="113" name="Google Shape;113;p5"/>
          <p:cNvSpPr txBox="1"/>
          <p:nvPr/>
        </p:nvSpPr>
        <p:spPr>
          <a:xfrm>
            <a:off x="543500" y="1126525"/>
            <a:ext cx="6729600" cy="5128800"/>
          </a:xfrm>
          <a:prstGeom prst="rect">
            <a:avLst/>
          </a:prstGeom>
          <a:noFill/>
          <a:ln>
            <a:noFill/>
          </a:ln>
        </p:spPr>
        <p:txBody>
          <a:bodyPr anchorCtr="0" anchor="t" bIns="91425" lIns="91425" spcFirstLastPara="1" rIns="91425" wrap="square" tIns="91425">
            <a:noAutofit/>
          </a:bodyPr>
          <a:lstStyle/>
          <a:p>
            <a:pPr indent="-393700" lvl="0" marL="457200" rtl="0" algn="l">
              <a:spcBef>
                <a:spcPts val="0"/>
              </a:spcBef>
              <a:spcAft>
                <a:spcPts val="0"/>
              </a:spcAft>
              <a:buClr>
                <a:schemeClr val="dk1"/>
              </a:buClr>
              <a:buSzPts val="2600"/>
              <a:buFont typeface="Calibri"/>
              <a:buChar char="●"/>
            </a:pPr>
            <a:r>
              <a:rPr lang="cs-CZ" sz="2600">
                <a:solidFill>
                  <a:schemeClr val="dk1"/>
                </a:solidFill>
                <a:latin typeface="Calibri"/>
                <a:ea typeface="Calibri"/>
                <a:cs typeface="Calibri"/>
                <a:sym typeface="Calibri"/>
              </a:rPr>
              <a:t>Low band: higher bits (8 bits)</a:t>
            </a:r>
            <a:endParaRPr sz="2600">
              <a:solidFill>
                <a:schemeClr val="dk1"/>
              </a:solidFill>
              <a:latin typeface="Calibri"/>
              <a:ea typeface="Calibri"/>
              <a:cs typeface="Calibri"/>
              <a:sym typeface="Calibri"/>
            </a:endParaRPr>
          </a:p>
          <a:p>
            <a:pPr indent="0" lvl="0" marL="457200" rtl="0" algn="l">
              <a:spcBef>
                <a:spcPts val="0"/>
              </a:spcBef>
              <a:spcAft>
                <a:spcPts val="0"/>
              </a:spcAft>
              <a:buNone/>
            </a:pPr>
            <a:r>
              <a:t/>
            </a:r>
            <a:endParaRPr sz="2600">
              <a:solidFill>
                <a:schemeClr val="dk1"/>
              </a:solidFill>
              <a:latin typeface="Calibri"/>
              <a:ea typeface="Calibri"/>
              <a:cs typeface="Calibri"/>
              <a:sym typeface="Calibri"/>
            </a:endParaRPr>
          </a:p>
          <a:p>
            <a:pPr indent="-393700" lvl="0" marL="457200" rtl="0" algn="l">
              <a:spcBef>
                <a:spcPts val="0"/>
              </a:spcBef>
              <a:spcAft>
                <a:spcPts val="0"/>
              </a:spcAft>
              <a:buClr>
                <a:schemeClr val="dk1"/>
              </a:buClr>
              <a:buSzPts val="2600"/>
              <a:buFont typeface="Calibri"/>
              <a:buChar char="●"/>
            </a:pPr>
            <a:r>
              <a:rPr lang="cs-CZ" sz="2600">
                <a:solidFill>
                  <a:schemeClr val="dk1"/>
                </a:solidFill>
                <a:latin typeface="Calibri"/>
                <a:ea typeface="Calibri"/>
                <a:cs typeface="Calibri"/>
                <a:sym typeface="Calibri"/>
              </a:rPr>
              <a:t>High band: lower bits (4 bits)</a:t>
            </a:r>
            <a:endParaRPr sz="2600">
              <a:solidFill>
                <a:schemeClr val="dk1"/>
              </a:solidFill>
              <a:latin typeface="Calibri"/>
              <a:ea typeface="Calibri"/>
              <a:cs typeface="Calibri"/>
              <a:sym typeface="Calibri"/>
            </a:endParaRPr>
          </a:p>
          <a:p>
            <a:pPr indent="0" lvl="0" marL="457200" rtl="0" algn="l">
              <a:spcBef>
                <a:spcPts val="0"/>
              </a:spcBef>
              <a:spcAft>
                <a:spcPts val="0"/>
              </a:spcAft>
              <a:buNone/>
            </a:pPr>
            <a:r>
              <a:t/>
            </a:r>
            <a:endParaRPr sz="2600">
              <a:solidFill>
                <a:schemeClr val="dk1"/>
              </a:solidFill>
              <a:latin typeface="Calibri"/>
              <a:ea typeface="Calibri"/>
              <a:cs typeface="Calibri"/>
              <a:sym typeface="Calibri"/>
            </a:endParaRPr>
          </a:p>
          <a:p>
            <a:pPr indent="-393700" lvl="0" marL="457200" rtl="0" algn="l">
              <a:spcBef>
                <a:spcPts val="0"/>
              </a:spcBef>
              <a:spcAft>
                <a:spcPts val="0"/>
              </a:spcAft>
              <a:buClr>
                <a:schemeClr val="dk1"/>
              </a:buClr>
              <a:buSzPts val="2600"/>
              <a:buFont typeface="Calibri"/>
              <a:buChar char="●"/>
            </a:pPr>
            <a:r>
              <a:rPr lang="cs-CZ" sz="2600">
                <a:solidFill>
                  <a:schemeClr val="dk1"/>
                </a:solidFill>
                <a:latin typeface="Calibri"/>
                <a:ea typeface="Calibri"/>
                <a:cs typeface="Calibri"/>
                <a:sym typeface="Calibri"/>
              </a:rPr>
              <a:t>Measured MSE and SNR</a:t>
            </a:r>
            <a:endParaRPr sz="2600">
              <a:solidFill>
                <a:schemeClr val="dk1"/>
              </a:solidFill>
              <a:latin typeface="Calibri"/>
              <a:ea typeface="Calibri"/>
              <a:cs typeface="Calibri"/>
              <a:sym typeface="Calibri"/>
            </a:endParaRPr>
          </a:p>
          <a:p>
            <a:pPr indent="0" lvl="0" marL="0" rtl="0" algn="l">
              <a:spcBef>
                <a:spcPts val="0"/>
              </a:spcBef>
              <a:spcAft>
                <a:spcPts val="0"/>
              </a:spcAft>
              <a:buNone/>
            </a:pPr>
            <a:r>
              <a:t/>
            </a:r>
            <a:endParaRPr sz="2600">
              <a:solidFill>
                <a:schemeClr val="dk1"/>
              </a:solidFill>
              <a:latin typeface="Calibri"/>
              <a:ea typeface="Calibri"/>
              <a:cs typeface="Calibri"/>
              <a:sym typeface="Calibri"/>
            </a:endParaRPr>
          </a:p>
        </p:txBody>
      </p:sp>
      <p:pic>
        <p:nvPicPr>
          <p:cNvPr id="114" name="Google Shape;114;p5"/>
          <p:cNvPicPr preferRelativeResize="0"/>
          <p:nvPr/>
        </p:nvPicPr>
        <p:blipFill>
          <a:blip r:embed="rId3">
            <a:alphaModFix/>
          </a:blip>
          <a:stretch>
            <a:fillRect/>
          </a:stretch>
        </p:blipFill>
        <p:spPr>
          <a:xfrm>
            <a:off x="676200" y="3685938"/>
            <a:ext cx="4918325" cy="780675"/>
          </a:xfrm>
          <a:prstGeom prst="rect">
            <a:avLst/>
          </a:prstGeom>
          <a:noFill/>
          <a:ln>
            <a:noFill/>
          </a:ln>
        </p:spPr>
      </p:pic>
      <p:pic>
        <p:nvPicPr>
          <p:cNvPr id="115" name="Google Shape;115;p5"/>
          <p:cNvPicPr preferRelativeResize="0"/>
          <p:nvPr/>
        </p:nvPicPr>
        <p:blipFill>
          <a:blip r:embed="rId4">
            <a:alphaModFix/>
          </a:blip>
          <a:stretch>
            <a:fillRect/>
          </a:stretch>
        </p:blipFill>
        <p:spPr>
          <a:xfrm>
            <a:off x="6096000" y="830078"/>
            <a:ext cx="5903375" cy="2989046"/>
          </a:xfrm>
          <a:prstGeom prst="rect">
            <a:avLst/>
          </a:prstGeom>
          <a:noFill/>
          <a:ln>
            <a:noFill/>
          </a:ln>
        </p:spPr>
      </p:pic>
      <p:pic>
        <p:nvPicPr>
          <p:cNvPr id="116" name="Google Shape;116;p5" title="speech.wav">
            <a:hlinkClick r:id="rId5"/>
          </p:cNvPr>
          <p:cNvPicPr preferRelativeResize="0"/>
          <p:nvPr/>
        </p:nvPicPr>
        <p:blipFill>
          <a:blip r:embed="rId6">
            <a:alphaModFix/>
          </a:blip>
          <a:stretch>
            <a:fillRect/>
          </a:stretch>
        </p:blipFill>
        <p:spPr>
          <a:xfrm>
            <a:off x="6390225" y="4108075"/>
            <a:ext cx="457200" cy="457200"/>
          </a:xfrm>
          <a:prstGeom prst="rect">
            <a:avLst/>
          </a:prstGeom>
          <a:noFill/>
          <a:ln>
            <a:noFill/>
          </a:ln>
        </p:spPr>
      </p:pic>
      <p:sp>
        <p:nvSpPr>
          <p:cNvPr id="117" name="Google Shape;117;p5"/>
          <p:cNvSpPr txBox="1"/>
          <p:nvPr/>
        </p:nvSpPr>
        <p:spPr>
          <a:xfrm>
            <a:off x="6847425" y="4028475"/>
            <a:ext cx="2189700" cy="213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cs-CZ" sz="2600">
                <a:solidFill>
                  <a:schemeClr val="dk1"/>
                </a:solidFill>
                <a:latin typeface="Calibri"/>
                <a:ea typeface="Calibri"/>
                <a:cs typeface="Calibri"/>
                <a:sym typeface="Calibri"/>
              </a:rPr>
              <a:t>Original</a:t>
            </a:r>
            <a:r>
              <a:rPr lang="cs-CZ" sz="2600">
                <a:solidFill>
                  <a:schemeClr val="dk1"/>
                </a:solidFill>
                <a:latin typeface="Calibri"/>
                <a:ea typeface="Calibri"/>
                <a:cs typeface="Calibri"/>
                <a:sym typeface="Calibri"/>
              </a:rPr>
              <a:t> </a:t>
            </a:r>
            <a:endParaRPr sz="2600">
              <a:solidFill>
                <a:schemeClr val="dk1"/>
              </a:solidFill>
              <a:latin typeface="Calibri"/>
              <a:ea typeface="Calibri"/>
              <a:cs typeface="Calibri"/>
              <a:sym typeface="Calibri"/>
            </a:endParaRPr>
          </a:p>
          <a:p>
            <a:pPr indent="0" lvl="0" marL="0" rtl="0" algn="l">
              <a:spcBef>
                <a:spcPts val="0"/>
              </a:spcBef>
              <a:spcAft>
                <a:spcPts val="0"/>
              </a:spcAft>
              <a:buNone/>
            </a:pPr>
            <a:r>
              <a:t/>
            </a:r>
            <a:endParaRPr sz="2600">
              <a:solidFill>
                <a:schemeClr val="dk1"/>
              </a:solidFill>
              <a:latin typeface="Calibri"/>
              <a:ea typeface="Calibri"/>
              <a:cs typeface="Calibri"/>
              <a:sym typeface="Calibri"/>
            </a:endParaRPr>
          </a:p>
          <a:p>
            <a:pPr indent="0" lvl="0" marL="0" rtl="0" algn="l">
              <a:spcBef>
                <a:spcPts val="0"/>
              </a:spcBef>
              <a:spcAft>
                <a:spcPts val="0"/>
              </a:spcAft>
              <a:buNone/>
            </a:pPr>
            <a:r>
              <a:t/>
            </a:r>
            <a:endParaRPr sz="2600">
              <a:solidFill>
                <a:schemeClr val="dk1"/>
              </a:solidFill>
              <a:latin typeface="Calibri"/>
              <a:ea typeface="Calibri"/>
              <a:cs typeface="Calibri"/>
              <a:sym typeface="Calibri"/>
            </a:endParaRPr>
          </a:p>
          <a:p>
            <a:pPr indent="0" lvl="0" marL="0" rtl="0" algn="l">
              <a:spcBef>
                <a:spcPts val="0"/>
              </a:spcBef>
              <a:spcAft>
                <a:spcPts val="0"/>
              </a:spcAft>
              <a:buNone/>
            </a:pPr>
            <a:r>
              <a:rPr lang="cs-CZ" sz="2600">
                <a:solidFill>
                  <a:schemeClr val="dk1"/>
                </a:solidFill>
                <a:latin typeface="Calibri"/>
                <a:ea typeface="Calibri"/>
                <a:cs typeface="Calibri"/>
                <a:sym typeface="Calibri"/>
              </a:rPr>
              <a:t>Reconstructed</a:t>
            </a:r>
            <a:endParaRPr sz="2600">
              <a:solidFill>
                <a:schemeClr val="dk1"/>
              </a:solidFill>
              <a:latin typeface="Calibri"/>
              <a:ea typeface="Calibri"/>
              <a:cs typeface="Calibri"/>
              <a:sym typeface="Calibri"/>
            </a:endParaRPr>
          </a:p>
        </p:txBody>
      </p:sp>
      <p:pic>
        <p:nvPicPr>
          <p:cNvPr id="118" name="Google Shape;118;p5" title="reconstructed.wav">
            <a:hlinkClick r:id="rId7"/>
          </p:cNvPr>
          <p:cNvPicPr preferRelativeResize="0"/>
          <p:nvPr/>
        </p:nvPicPr>
        <p:blipFill>
          <a:blip r:embed="rId6">
            <a:alphaModFix/>
          </a:blip>
          <a:stretch>
            <a:fillRect/>
          </a:stretch>
        </p:blipFill>
        <p:spPr>
          <a:xfrm>
            <a:off x="6390225" y="5315125"/>
            <a:ext cx="457200" cy="457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6"/>
          <p:cNvSpPr txBox="1"/>
          <p:nvPr>
            <p:ph type="title"/>
          </p:nvPr>
        </p:nvSpPr>
        <p:spPr>
          <a:xfrm>
            <a:off x="431801" y="-100013"/>
            <a:ext cx="10583948" cy="720726"/>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cs-CZ"/>
              <a:t>Spectrogram Compression</a:t>
            </a:r>
            <a:endParaRPr/>
          </a:p>
        </p:txBody>
      </p:sp>
      <p:sp>
        <p:nvSpPr>
          <p:cNvPr id="125" name="Google Shape;125;p6"/>
          <p:cNvSpPr txBox="1"/>
          <p:nvPr>
            <p:ph idx="12" type="sldNum"/>
          </p:nvPr>
        </p:nvSpPr>
        <p:spPr>
          <a:xfrm>
            <a:off x="11430000" y="6524626"/>
            <a:ext cx="569384" cy="3333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404040"/>
              </a:buClr>
              <a:buSzPts val="1400"/>
              <a:buFont typeface="Calibri"/>
              <a:buNone/>
            </a:pPr>
            <a:fld id="{00000000-1234-1234-1234-123412341234}" type="slidenum">
              <a:rPr lang="cs-CZ"/>
              <a:t>‹#›</a:t>
            </a:fld>
            <a:endParaRPr/>
          </a:p>
        </p:txBody>
      </p:sp>
      <p:pic>
        <p:nvPicPr>
          <p:cNvPr id="126" name="Google Shape;126;p6"/>
          <p:cNvPicPr preferRelativeResize="0"/>
          <p:nvPr/>
        </p:nvPicPr>
        <p:blipFill>
          <a:blip r:embed="rId3">
            <a:alphaModFix/>
          </a:blip>
          <a:stretch>
            <a:fillRect/>
          </a:stretch>
        </p:blipFill>
        <p:spPr>
          <a:xfrm>
            <a:off x="152400" y="773113"/>
            <a:ext cx="11325225" cy="46672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7"/>
          <p:cNvSpPr txBox="1"/>
          <p:nvPr>
            <p:ph type="title"/>
          </p:nvPr>
        </p:nvSpPr>
        <p:spPr>
          <a:xfrm>
            <a:off x="431801" y="-100013"/>
            <a:ext cx="10265833" cy="720726"/>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cs-CZ"/>
              <a:t>Experiment : Bit Allocation</a:t>
            </a:r>
            <a:endParaRPr/>
          </a:p>
        </p:txBody>
      </p:sp>
      <p:sp>
        <p:nvSpPr>
          <p:cNvPr id="133" name="Google Shape;133;p7"/>
          <p:cNvSpPr txBox="1"/>
          <p:nvPr>
            <p:ph idx="12" type="sldNum"/>
          </p:nvPr>
        </p:nvSpPr>
        <p:spPr>
          <a:xfrm>
            <a:off x="11430000" y="6524626"/>
            <a:ext cx="569384" cy="3333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404040"/>
              </a:buClr>
              <a:buSzPts val="1400"/>
              <a:buFont typeface="Calibri"/>
              <a:buNone/>
            </a:pPr>
            <a:fld id="{00000000-1234-1234-1234-123412341234}" type="slidenum">
              <a:rPr lang="cs-CZ"/>
              <a:t>‹#›</a:t>
            </a:fld>
            <a:endParaRPr/>
          </a:p>
        </p:txBody>
      </p:sp>
      <p:graphicFrame>
        <p:nvGraphicFramePr>
          <p:cNvPr id="134" name="Google Shape;134;p7"/>
          <p:cNvGraphicFramePr/>
          <p:nvPr/>
        </p:nvGraphicFramePr>
        <p:xfrm>
          <a:off x="7445200" y="1348125"/>
          <a:ext cx="3000000" cy="3000000"/>
        </p:xfrm>
        <a:graphic>
          <a:graphicData uri="http://schemas.openxmlformats.org/drawingml/2006/table">
            <a:tbl>
              <a:tblPr>
                <a:noFill/>
                <a:tableStyleId>{FA68913B-787F-4202-B219-5608D615ABA0}</a:tableStyleId>
              </a:tblPr>
              <a:tblGrid>
                <a:gridCol w="914400"/>
                <a:gridCol w="590550"/>
                <a:gridCol w="647700"/>
                <a:gridCol w="1428750"/>
              </a:tblGrid>
              <a:tr h="190500">
                <a:tc>
                  <a:txBody>
                    <a:bodyPr/>
                    <a:lstStyle/>
                    <a:p>
                      <a:pPr indent="0" lvl="0" marL="0" rtl="0" algn="ctr">
                        <a:lnSpc>
                          <a:spcPct val="115000"/>
                        </a:lnSpc>
                        <a:spcBef>
                          <a:spcPts val="0"/>
                        </a:spcBef>
                        <a:spcAft>
                          <a:spcPts val="0"/>
                        </a:spcAft>
                        <a:buNone/>
                      </a:pPr>
                      <a:r>
                        <a:rPr b="1" lang="cs-CZ" sz="1100"/>
                        <a:t>Bit Allocation</a:t>
                      </a:r>
                      <a:endParaRPr b="1" sz="1100"/>
                    </a:p>
                  </a:txBody>
                  <a:tcPr marT="91425" marB="91425" marR="91425" marL="91425"/>
                </a:tc>
                <a:tc>
                  <a:txBody>
                    <a:bodyPr/>
                    <a:lstStyle/>
                    <a:p>
                      <a:pPr indent="0" lvl="0" marL="0" rtl="0" algn="ctr">
                        <a:lnSpc>
                          <a:spcPct val="115000"/>
                        </a:lnSpc>
                        <a:spcBef>
                          <a:spcPts val="0"/>
                        </a:spcBef>
                        <a:spcAft>
                          <a:spcPts val="0"/>
                        </a:spcAft>
                        <a:buNone/>
                      </a:pPr>
                      <a:r>
                        <a:rPr b="1" lang="cs-CZ" sz="1100"/>
                        <a:t>MSE</a:t>
                      </a:r>
                      <a:endParaRPr b="1" sz="1100"/>
                    </a:p>
                  </a:txBody>
                  <a:tcPr marT="91425" marB="91425" marR="91425" marL="91425"/>
                </a:tc>
                <a:tc>
                  <a:txBody>
                    <a:bodyPr/>
                    <a:lstStyle/>
                    <a:p>
                      <a:pPr indent="0" lvl="0" marL="0" rtl="0" algn="ctr">
                        <a:lnSpc>
                          <a:spcPct val="115000"/>
                        </a:lnSpc>
                        <a:spcBef>
                          <a:spcPts val="0"/>
                        </a:spcBef>
                        <a:spcAft>
                          <a:spcPts val="0"/>
                        </a:spcAft>
                        <a:buNone/>
                      </a:pPr>
                      <a:r>
                        <a:rPr b="1" lang="cs-CZ" sz="1100"/>
                        <a:t>SNR (dB)</a:t>
                      </a:r>
                      <a:endParaRPr b="1" sz="1100"/>
                    </a:p>
                  </a:txBody>
                  <a:tcPr marT="91425" marB="91425" marR="91425" marL="91425"/>
                </a:tc>
                <a:tc>
                  <a:txBody>
                    <a:bodyPr/>
                    <a:lstStyle/>
                    <a:p>
                      <a:pPr indent="0" lvl="0" marL="0" rtl="0" algn="ctr">
                        <a:lnSpc>
                          <a:spcPct val="115000"/>
                        </a:lnSpc>
                        <a:spcBef>
                          <a:spcPts val="0"/>
                        </a:spcBef>
                        <a:spcAft>
                          <a:spcPts val="0"/>
                        </a:spcAft>
                        <a:buNone/>
                      </a:pPr>
                      <a:r>
                        <a:rPr b="1" lang="cs-CZ" sz="1100"/>
                        <a:t>Interpretation</a:t>
                      </a:r>
                      <a:endParaRPr b="1" sz="1100"/>
                    </a:p>
                  </a:txBody>
                  <a:tcPr marT="91425" marB="91425" marR="91425" marL="91425"/>
                </a:tc>
              </a:tr>
              <a:tr h="190500">
                <a:tc>
                  <a:txBody>
                    <a:bodyPr/>
                    <a:lstStyle/>
                    <a:p>
                      <a:pPr indent="0" lvl="0" marL="0" rtl="0" algn="l">
                        <a:spcBef>
                          <a:spcPts val="0"/>
                        </a:spcBef>
                        <a:spcAft>
                          <a:spcPts val="0"/>
                        </a:spcAft>
                        <a:buNone/>
                      </a:pPr>
                      <a:r>
                        <a:rPr lang="cs-CZ"/>
                        <a:t>(6,6)</a:t>
                      </a:r>
                      <a:endParaRPr/>
                    </a:p>
                  </a:txBody>
                  <a:tcPr marT="91425" marB="91425" marR="91425" marL="91425"/>
                </a:tc>
                <a:tc>
                  <a:txBody>
                    <a:bodyPr/>
                    <a:lstStyle/>
                    <a:p>
                      <a:pPr indent="0" lvl="0" marL="0" rtl="0" algn="l">
                        <a:spcBef>
                          <a:spcPts val="0"/>
                        </a:spcBef>
                        <a:spcAft>
                          <a:spcPts val="0"/>
                        </a:spcAft>
                        <a:buNone/>
                      </a:pPr>
                      <a:r>
                        <a:rPr lang="cs-CZ"/>
                        <a:t>0.010069</a:t>
                      </a:r>
                      <a:endParaRPr/>
                    </a:p>
                  </a:txBody>
                  <a:tcPr marT="91425" marB="91425" marR="91425" marL="91425"/>
                </a:tc>
                <a:tc>
                  <a:txBody>
                    <a:bodyPr/>
                    <a:lstStyle/>
                    <a:p>
                      <a:pPr indent="0" lvl="0" marL="0" rtl="0" algn="l">
                        <a:spcBef>
                          <a:spcPts val="0"/>
                        </a:spcBef>
                        <a:spcAft>
                          <a:spcPts val="0"/>
                        </a:spcAft>
                        <a:buNone/>
                      </a:pPr>
                      <a:r>
                        <a:rPr lang="cs-CZ"/>
                        <a:t>−0.60</a:t>
                      </a:r>
                      <a:endParaRPr/>
                    </a:p>
                  </a:txBody>
                  <a:tcPr marT="91425" marB="91425" marR="91425" marL="91425"/>
                </a:tc>
                <a:tc>
                  <a:txBody>
                    <a:bodyPr/>
                    <a:lstStyle/>
                    <a:p>
                      <a:pPr indent="0" lvl="0" marL="0" rtl="0" algn="l">
                        <a:spcBef>
                          <a:spcPts val="0"/>
                        </a:spcBef>
                        <a:spcAft>
                          <a:spcPts val="0"/>
                        </a:spcAft>
                        <a:buNone/>
                      </a:pPr>
                      <a:r>
                        <a:rPr lang="cs-CZ"/>
                        <a:t>Balanced</a:t>
                      </a:r>
                      <a:endParaRPr/>
                    </a:p>
                  </a:txBody>
                  <a:tcPr marT="91425" marB="91425" marR="91425" marL="91425"/>
                </a:tc>
              </a:tr>
              <a:tr h="190500">
                <a:tc>
                  <a:txBody>
                    <a:bodyPr/>
                    <a:lstStyle/>
                    <a:p>
                      <a:pPr indent="0" lvl="0" marL="0" rtl="0" algn="l">
                        <a:spcBef>
                          <a:spcPts val="0"/>
                        </a:spcBef>
                        <a:spcAft>
                          <a:spcPts val="0"/>
                        </a:spcAft>
                        <a:buNone/>
                      </a:pPr>
                      <a:r>
                        <a:rPr lang="cs-CZ"/>
                        <a:t>(8,4)</a:t>
                      </a:r>
                      <a:endParaRPr/>
                    </a:p>
                  </a:txBody>
                  <a:tcPr marT="91425" marB="91425" marR="91425" marL="91425"/>
                </a:tc>
                <a:tc>
                  <a:txBody>
                    <a:bodyPr/>
                    <a:lstStyle/>
                    <a:p>
                      <a:pPr indent="0" lvl="0" marL="0" rtl="0" algn="l">
                        <a:spcBef>
                          <a:spcPts val="0"/>
                        </a:spcBef>
                        <a:spcAft>
                          <a:spcPts val="0"/>
                        </a:spcAft>
                        <a:buNone/>
                      </a:pPr>
                      <a:r>
                        <a:rPr lang="cs-CZ"/>
                        <a:t>0.010104</a:t>
                      </a:r>
                      <a:endParaRPr/>
                    </a:p>
                  </a:txBody>
                  <a:tcPr marT="91425" marB="91425" marR="91425" marL="91425"/>
                </a:tc>
                <a:tc>
                  <a:txBody>
                    <a:bodyPr/>
                    <a:lstStyle/>
                    <a:p>
                      <a:pPr indent="0" lvl="0" marL="0" rtl="0" algn="l">
                        <a:spcBef>
                          <a:spcPts val="0"/>
                        </a:spcBef>
                        <a:spcAft>
                          <a:spcPts val="0"/>
                        </a:spcAft>
                        <a:buNone/>
                      </a:pPr>
                      <a:r>
                        <a:rPr lang="cs-CZ"/>
                        <a:t>−0.62</a:t>
                      </a:r>
                      <a:endParaRPr/>
                    </a:p>
                  </a:txBody>
                  <a:tcPr marT="91425" marB="91425" marR="91425" marL="91425"/>
                </a:tc>
                <a:tc>
                  <a:txBody>
                    <a:bodyPr/>
                    <a:lstStyle/>
                    <a:p>
                      <a:pPr indent="0" lvl="0" marL="0" rtl="0" algn="l">
                        <a:spcBef>
                          <a:spcPts val="0"/>
                        </a:spcBef>
                        <a:spcAft>
                          <a:spcPts val="0"/>
                        </a:spcAft>
                        <a:buNone/>
                      </a:pPr>
                      <a:r>
                        <a:rPr lang="cs-CZ"/>
                        <a:t>Perceptually motivated</a:t>
                      </a:r>
                      <a:endParaRPr/>
                    </a:p>
                  </a:txBody>
                  <a:tcPr marT="91425" marB="91425" marR="91425" marL="91425"/>
                </a:tc>
              </a:tr>
              <a:tr h="190500">
                <a:tc>
                  <a:txBody>
                    <a:bodyPr/>
                    <a:lstStyle/>
                    <a:p>
                      <a:pPr indent="0" lvl="0" marL="0" rtl="0" algn="l">
                        <a:spcBef>
                          <a:spcPts val="0"/>
                        </a:spcBef>
                        <a:spcAft>
                          <a:spcPts val="0"/>
                        </a:spcAft>
                        <a:buNone/>
                      </a:pPr>
                      <a:r>
                        <a:rPr lang="cs-CZ"/>
                        <a:t>(10,2)</a:t>
                      </a:r>
                      <a:endParaRPr/>
                    </a:p>
                  </a:txBody>
                  <a:tcPr marT="91425" marB="91425" marR="91425" marL="91425"/>
                </a:tc>
                <a:tc>
                  <a:txBody>
                    <a:bodyPr/>
                    <a:lstStyle/>
                    <a:p>
                      <a:pPr indent="0" lvl="0" marL="0" rtl="0" algn="l">
                        <a:spcBef>
                          <a:spcPts val="0"/>
                        </a:spcBef>
                        <a:spcAft>
                          <a:spcPts val="0"/>
                        </a:spcAft>
                        <a:buNone/>
                      </a:pPr>
                      <a:r>
                        <a:rPr lang="cs-CZ"/>
                        <a:t>0.010139</a:t>
                      </a:r>
                      <a:endParaRPr/>
                    </a:p>
                  </a:txBody>
                  <a:tcPr marT="91425" marB="91425" marR="91425" marL="91425"/>
                </a:tc>
                <a:tc>
                  <a:txBody>
                    <a:bodyPr/>
                    <a:lstStyle/>
                    <a:p>
                      <a:pPr indent="0" lvl="0" marL="0" rtl="0" algn="l">
                        <a:spcBef>
                          <a:spcPts val="0"/>
                        </a:spcBef>
                        <a:spcAft>
                          <a:spcPts val="0"/>
                        </a:spcAft>
                        <a:buNone/>
                      </a:pPr>
                      <a:r>
                        <a:rPr lang="cs-CZ"/>
                        <a:t>−0.63</a:t>
                      </a:r>
                      <a:endParaRPr/>
                    </a:p>
                  </a:txBody>
                  <a:tcPr marT="91425" marB="91425" marR="91425" marL="91425"/>
                </a:tc>
                <a:tc>
                  <a:txBody>
                    <a:bodyPr/>
                    <a:lstStyle/>
                    <a:p>
                      <a:pPr indent="0" lvl="0" marL="0" rtl="0" algn="l">
                        <a:spcBef>
                          <a:spcPts val="0"/>
                        </a:spcBef>
                        <a:spcAft>
                          <a:spcPts val="0"/>
                        </a:spcAft>
                        <a:buNone/>
                      </a:pPr>
                      <a:r>
                        <a:rPr lang="cs-CZ"/>
                        <a:t>Too aggressive</a:t>
                      </a:r>
                      <a:endParaRPr/>
                    </a:p>
                  </a:txBody>
                  <a:tcPr marT="91425" marB="91425" marR="91425" marL="91425"/>
                </a:tc>
              </a:tr>
              <a:tr h="190500">
                <a:tc>
                  <a:txBody>
                    <a:bodyPr/>
                    <a:lstStyle/>
                    <a:p>
                      <a:pPr indent="0" lvl="0" marL="0" rtl="0" algn="l">
                        <a:spcBef>
                          <a:spcPts val="0"/>
                        </a:spcBef>
                        <a:spcAft>
                          <a:spcPts val="0"/>
                        </a:spcAft>
                        <a:buNone/>
                      </a:pPr>
                      <a:r>
                        <a:rPr lang="cs-CZ"/>
                        <a:t>(4,8)</a:t>
                      </a:r>
                      <a:endParaRPr/>
                    </a:p>
                  </a:txBody>
                  <a:tcPr marT="91425" marB="91425" marR="91425" marL="91425"/>
                </a:tc>
                <a:tc>
                  <a:txBody>
                    <a:bodyPr/>
                    <a:lstStyle/>
                    <a:p>
                      <a:pPr indent="0" lvl="0" marL="0" rtl="0" algn="l">
                        <a:spcBef>
                          <a:spcPts val="0"/>
                        </a:spcBef>
                        <a:spcAft>
                          <a:spcPts val="0"/>
                        </a:spcAft>
                        <a:buNone/>
                      </a:pPr>
                      <a:r>
                        <a:rPr lang="cs-CZ"/>
                        <a:t>0.010180</a:t>
                      </a:r>
                      <a:endParaRPr/>
                    </a:p>
                  </a:txBody>
                  <a:tcPr marT="91425" marB="91425" marR="91425" marL="91425"/>
                </a:tc>
                <a:tc>
                  <a:txBody>
                    <a:bodyPr/>
                    <a:lstStyle/>
                    <a:p>
                      <a:pPr indent="0" lvl="0" marL="0" rtl="0" algn="l">
                        <a:spcBef>
                          <a:spcPts val="0"/>
                        </a:spcBef>
                        <a:spcAft>
                          <a:spcPts val="0"/>
                        </a:spcAft>
                        <a:buNone/>
                      </a:pPr>
                      <a:r>
                        <a:rPr lang="cs-CZ"/>
                        <a:t>−0.65</a:t>
                      </a:r>
                      <a:endParaRPr/>
                    </a:p>
                  </a:txBody>
                  <a:tcPr marT="91425" marB="91425" marR="91425" marL="91425"/>
                </a:tc>
                <a:tc>
                  <a:txBody>
                    <a:bodyPr/>
                    <a:lstStyle/>
                    <a:p>
                      <a:pPr indent="0" lvl="0" marL="0" rtl="0" algn="l">
                        <a:spcBef>
                          <a:spcPts val="0"/>
                        </a:spcBef>
                        <a:spcAft>
                          <a:spcPts val="0"/>
                        </a:spcAft>
                        <a:buNone/>
                      </a:pPr>
                      <a:r>
                        <a:rPr lang="cs-CZ"/>
                        <a:t>Worst case</a:t>
                      </a:r>
                      <a:endParaRPr/>
                    </a:p>
                  </a:txBody>
                  <a:tcPr marT="91425" marB="91425" marR="91425" marL="91425"/>
                </a:tc>
              </a:tr>
            </a:tbl>
          </a:graphicData>
        </a:graphic>
      </p:graphicFrame>
      <p:sp>
        <p:nvSpPr>
          <p:cNvPr id="135" name="Google Shape;135;p7"/>
          <p:cNvSpPr txBox="1"/>
          <p:nvPr/>
        </p:nvSpPr>
        <p:spPr>
          <a:xfrm>
            <a:off x="454575" y="1156175"/>
            <a:ext cx="6027900" cy="4763100"/>
          </a:xfrm>
          <a:prstGeom prst="rect">
            <a:avLst/>
          </a:prstGeom>
          <a:noFill/>
          <a:ln>
            <a:noFill/>
          </a:ln>
        </p:spPr>
        <p:txBody>
          <a:bodyPr anchorCtr="0" anchor="t" bIns="91425" lIns="91425" spcFirstLastPara="1" rIns="91425" wrap="square" tIns="91425">
            <a:noAutofit/>
          </a:bodyPr>
          <a:lstStyle/>
          <a:p>
            <a:pPr indent="-393700" lvl="0" marL="457200" rtl="0" algn="l">
              <a:spcBef>
                <a:spcPts val="0"/>
              </a:spcBef>
              <a:spcAft>
                <a:spcPts val="0"/>
              </a:spcAft>
              <a:buClr>
                <a:schemeClr val="dk1"/>
              </a:buClr>
              <a:buSzPts val="2600"/>
              <a:buFont typeface="Calibri"/>
              <a:buChar char="●"/>
            </a:pPr>
            <a:r>
              <a:rPr lang="cs-CZ" sz="2600">
                <a:solidFill>
                  <a:schemeClr val="dk1"/>
                </a:solidFill>
                <a:latin typeface="Calibri"/>
                <a:ea typeface="Calibri"/>
                <a:cs typeface="Calibri"/>
                <a:sym typeface="Calibri"/>
              </a:rPr>
              <a:t>Different bit allocations were tested with the same bitrate</a:t>
            </a:r>
            <a:br>
              <a:rPr lang="cs-CZ" sz="2600">
                <a:solidFill>
                  <a:schemeClr val="dk1"/>
                </a:solidFill>
                <a:latin typeface="Calibri"/>
                <a:ea typeface="Calibri"/>
                <a:cs typeface="Calibri"/>
                <a:sym typeface="Calibri"/>
              </a:rPr>
            </a:br>
            <a:endParaRPr sz="2600">
              <a:solidFill>
                <a:schemeClr val="dk1"/>
              </a:solidFill>
              <a:latin typeface="Calibri"/>
              <a:ea typeface="Calibri"/>
              <a:cs typeface="Calibri"/>
              <a:sym typeface="Calibri"/>
            </a:endParaRPr>
          </a:p>
          <a:p>
            <a:pPr indent="-393700" lvl="0" marL="457200" rtl="0" algn="l">
              <a:spcBef>
                <a:spcPts val="0"/>
              </a:spcBef>
              <a:spcAft>
                <a:spcPts val="0"/>
              </a:spcAft>
              <a:buClr>
                <a:schemeClr val="dk1"/>
              </a:buClr>
              <a:buSzPts val="2600"/>
              <a:buFont typeface="Calibri"/>
              <a:buChar char="●"/>
            </a:pPr>
            <a:r>
              <a:rPr lang="cs-CZ" sz="2600">
                <a:solidFill>
                  <a:schemeClr val="dk1"/>
                </a:solidFill>
                <a:latin typeface="Calibri"/>
                <a:ea typeface="Calibri"/>
                <a:cs typeface="Calibri"/>
                <a:sym typeface="Calibri"/>
              </a:rPr>
              <a:t>Reducing low-band bits increases distortion</a:t>
            </a:r>
            <a:br>
              <a:rPr lang="cs-CZ" sz="2600">
                <a:solidFill>
                  <a:schemeClr val="dk1"/>
                </a:solidFill>
                <a:latin typeface="Calibri"/>
                <a:ea typeface="Calibri"/>
                <a:cs typeface="Calibri"/>
                <a:sym typeface="Calibri"/>
              </a:rPr>
            </a:br>
            <a:endParaRPr sz="2600">
              <a:solidFill>
                <a:schemeClr val="dk1"/>
              </a:solidFill>
              <a:latin typeface="Calibri"/>
              <a:ea typeface="Calibri"/>
              <a:cs typeface="Calibri"/>
              <a:sym typeface="Calibri"/>
            </a:endParaRPr>
          </a:p>
          <a:p>
            <a:pPr indent="-393700" lvl="0" marL="457200" rtl="0" algn="l">
              <a:spcBef>
                <a:spcPts val="0"/>
              </a:spcBef>
              <a:spcAft>
                <a:spcPts val="0"/>
              </a:spcAft>
              <a:buClr>
                <a:schemeClr val="dk1"/>
              </a:buClr>
              <a:buSzPts val="2600"/>
              <a:buFont typeface="Calibri"/>
              <a:buChar char="●"/>
            </a:pPr>
            <a:r>
              <a:rPr lang="cs-CZ" sz="2600">
                <a:solidFill>
                  <a:schemeClr val="dk1"/>
                </a:solidFill>
                <a:latin typeface="Calibri"/>
                <a:ea typeface="Calibri"/>
                <a:cs typeface="Calibri"/>
                <a:sym typeface="Calibri"/>
              </a:rPr>
              <a:t>(4,8) allocation shows the worst performance</a:t>
            </a:r>
            <a:br>
              <a:rPr lang="cs-CZ" sz="2600">
                <a:solidFill>
                  <a:schemeClr val="dk1"/>
                </a:solidFill>
                <a:latin typeface="Calibri"/>
                <a:ea typeface="Calibri"/>
                <a:cs typeface="Calibri"/>
                <a:sym typeface="Calibri"/>
              </a:rPr>
            </a:br>
            <a:endParaRPr sz="2600">
              <a:solidFill>
                <a:schemeClr val="dk1"/>
              </a:solidFill>
              <a:latin typeface="Calibri"/>
              <a:ea typeface="Calibri"/>
              <a:cs typeface="Calibri"/>
              <a:sym typeface="Calibri"/>
            </a:endParaRPr>
          </a:p>
          <a:p>
            <a:pPr indent="-393700" lvl="0" marL="457200" rtl="0" algn="l">
              <a:spcBef>
                <a:spcPts val="0"/>
              </a:spcBef>
              <a:spcAft>
                <a:spcPts val="0"/>
              </a:spcAft>
              <a:buClr>
                <a:schemeClr val="dk1"/>
              </a:buClr>
              <a:buSzPts val="2600"/>
              <a:buFont typeface="Calibri"/>
              <a:buChar char="●"/>
            </a:pPr>
            <a:r>
              <a:rPr lang="cs-CZ" sz="2600">
                <a:solidFill>
                  <a:schemeClr val="dk1"/>
                </a:solidFill>
                <a:latin typeface="Calibri"/>
                <a:ea typeface="Calibri"/>
                <a:cs typeface="Calibri"/>
                <a:sym typeface="Calibri"/>
              </a:rPr>
              <a:t>Numerical differences in MSE and SNR are small</a:t>
            </a:r>
            <a:br>
              <a:rPr lang="cs-CZ" sz="2600">
                <a:solidFill>
                  <a:schemeClr val="dk1"/>
                </a:solidFill>
                <a:latin typeface="Calibri"/>
                <a:ea typeface="Calibri"/>
                <a:cs typeface="Calibri"/>
                <a:sym typeface="Calibri"/>
              </a:rPr>
            </a:br>
            <a:endParaRPr sz="2600">
              <a:solidFill>
                <a:schemeClr val="dk1"/>
              </a:solidFill>
              <a:latin typeface="Calibri"/>
              <a:ea typeface="Calibri"/>
              <a:cs typeface="Calibri"/>
              <a:sym typeface="Calibri"/>
            </a:endParaRPr>
          </a:p>
          <a:p>
            <a:pPr indent="-393700" lvl="0" marL="457200" rtl="0" algn="l">
              <a:spcBef>
                <a:spcPts val="0"/>
              </a:spcBef>
              <a:spcAft>
                <a:spcPts val="0"/>
              </a:spcAft>
              <a:buClr>
                <a:schemeClr val="dk1"/>
              </a:buClr>
              <a:buSzPts val="2600"/>
              <a:buFont typeface="Calibri"/>
              <a:buChar char="●"/>
            </a:pPr>
            <a:r>
              <a:rPr lang="cs-CZ" sz="2600">
                <a:solidFill>
                  <a:schemeClr val="dk1"/>
                </a:solidFill>
                <a:latin typeface="Calibri"/>
                <a:ea typeface="Calibri"/>
                <a:cs typeface="Calibri"/>
                <a:sym typeface="Calibri"/>
              </a:rPr>
              <a:t>Perceptual quality depends strongly on bit allocation</a:t>
            </a:r>
            <a:endParaRPr sz="2600">
              <a:solidFill>
                <a:schemeClr val="dk1"/>
              </a:solidFill>
              <a:latin typeface="Calibri"/>
              <a:ea typeface="Calibri"/>
              <a:cs typeface="Calibri"/>
              <a:sym typeface="Calibri"/>
            </a:endParaRPr>
          </a:p>
          <a:p>
            <a:pPr indent="0" lvl="0" marL="0" rtl="0" algn="l">
              <a:spcBef>
                <a:spcPts val="0"/>
              </a:spcBef>
              <a:spcAft>
                <a:spcPts val="0"/>
              </a:spcAft>
              <a:buNone/>
            </a:pPr>
            <a:r>
              <a:t/>
            </a:r>
            <a:endParaRPr sz="26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8"/>
          <p:cNvSpPr txBox="1"/>
          <p:nvPr>
            <p:ph type="title"/>
          </p:nvPr>
        </p:nvSpPr>
        <p:spPr>
          <a:xfrm>
            <a:off x="431801" y="-100013"/>
            <a:ext cx="10265833" cy="720726"/>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cs-CZ"/>
              <a:t>Performance Metrics</a:t>
            </a:r>
            <a:endParaRPr/>
          </a:p>
        </p:txBody>
      </p:sp>
      <p:sp>
        <p:nvSpPr>
          <p:cNvPr id="142" name="Google Shape;142;p8"/>
          <p:cNvSpPr txBox="1"/>
          <p:nvPr>
            <p:ph idx="12" type="sldNum"/>
          </p:nvPr>
        </p:nvSpPr>
        <p:spPr>
          <a:xfrm>
            <a:off x="11430000" y="6524626"/>
            <a:ext cx="569384" cy="3333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404040"/>
              </a:buClr>
              <a:buSzPts val="1400"/>
              <a:buFont typeface="Calibri"/>
              <a:buNone/>
            </a:pPr>
            <a:fld id="{00000000-1234-1234-1234-123412341234}" type="slidenum">
              <a:rPr lang="cs-CZ"/>
              <a:t>‹#›</a:t>
            </a:fld>
            <a:endParaRPr/>
          </a:p>
        </p:txBody>
      </p:sp>
      <p:sp>
        <p:nvSpPr>
          <p:cNvPr id="143" name="Google Shape;143;p8"/>
          <p:cNvSpPr txBox="1"/>
          <p:nvPr/>
        </p:nvSpPr>
        <p:spPr>
          <a:xfrm>
            <a:off x="543500" y="1027700"/>
            <a:ext cx="5267100" cy="4407300"/>
          </a:xfrm>
          <a:prstGeom prst="rect">
            <a:avLst/>
          </a:prstGeom>
          <a:noFill/>
          <a:ln>
            <a:noFill/>
          </a:ln>
        </p:spPr>
        <p:txBody>
          <a:bodyPr anchorCtr="0" anchor="t" bIns="91425" lIns="91425" spcFirstLastPara="1" rIns="91425" wrap="square" tIns="91425">
            <a:noAutofit/>
          </a:bodyPr>
          <a:lstStyle/>
          <a:p>
            <a:pPr indent="-393700" lvl="0" marL="457200" rtl="0" algn="l">
              <a:spcBef>
                <a:spcPts val="0"/>
              </a:spcBef>
              <a:spcAft>
                <a:spcPts val="0"/>
              </a:spcAft>
              <a:buClr>
                <a:schemeClr val="dk1"/>
              </a:buClr>
              <a:buSzPts val="2600"/>
              <a:buFont typeface="Calibri"/>
              <a:buChar char="●"/>
            </a:pPr>
            <a:r>
              <a:rPr lang="cs-CZ" sz="2600">
                <a:solidFill>
                  <a:schemeClr val="dk1"/>
                </a:solidFill>
                <a:latin typeface="Calibri"/>
                <a:ea typeface="Calibri"/>
                <a:cs typeface="Calibri"/>
                <a:sym typeface="Calibri"/>
              </a:rPr>
              <a:t>Original bitrate: 128 kbps</a:t>
            </a:r>
            <a:endParaRPr sz="2600">
              <a:solidFill>
                <a:schemeClr val="dk1"/>
              </a:solidFill>
              <a:latin typeface="Calibri"/>
              <a:ea typeface="Calibri"/>
              <a:cs typeface="Calibri"/>
              <a:sym typeface="Calibri"/>
            </a:endParaRPr>
          </a:p>
          <a:p>
            <a:pPr indent="-393700" lvl="0" marL="457200" rtl="0" algn="l">
              <a:spcBef>
                <a:spcPts val="0"/>
              </a:spcBef>
              <a:spcAft>
                <a:spcPts val="0"/>
              </a:spcAft>
              <a:buClr>
                <a:schemeClr val="dk1"/>
              </a:buClr>
              <a:buSzPts val="2600"/>
              <a:buFont typeface="Calibri"/>
              <a:buChar char="●"/>
            </a:pPr>
            <a:r>
              <a:rPr lang="cs-CZ" sz="2600">
                <a:solidFill>
                  <a:schemeClr val="dk1"/>
                </a:solidFill>
                <a:latin typeface="Calibri"/>
                <a:ea typeface="Calibri"/>
                <a:cs typeface="Calibri"/>
                <a:sym typeface="Calibri"/>
              </a:rPr>
              <a:t>Compressed bitrate: ~48 kbps</a:t>
            </a:r>
            <a:endParaRPr sz="2600">
              <a:solidFill>
                <a:schemeClr val="dk1"/>
              </a:solidFill>
              <a:latin typeface="Calibri"/>
              <a:ea typeface="Calibri"/>
              <a:cs typeface="Calibri"/>
              <a:sym typeface="Calibri"/>
            </a:endParaRPr>
          </a:p>
          <a:p>
            <a:pPr indent="-393700" lvl="0" marL="457200" rtl="0" algn="l">
              <a:spcBef>
                <a:spcPts val="0"/>
              </a:spcBef>
              <a:spcAft>
                <a:spcPts val="0"/>
              </a:spcAft>
              <a:buClr>
                <a:schemeClr val="dk1"/>
              </a:buClr>
              <a:buSzPts val="2600"/>
              <a:buFont typeface="Calibri"/>
              <a:buChar char="●"/>
            </a:pPr>
            <a:r>
              <a:rPr lang="cs-CZ" sz="2600">
                <a:solidFill>
                  <a:schemeClr val="dk1"/>
                </a:solidFill>
                <a:latin typeface="Calibri"/>
                <a:ea typeface="Calibri"/>
                <a:cs typeface="Calibri"/>
                <a:sym typeface="Calibri"/>
              </a:rPr>
              <a:t>Compression ratio: ~2.6</a:t>
            </a:r>
            <a:endParaRPr sz="2600">
              <a:solidFill>
                <a:schemeClr val="dk1"/>
              </a:solidFill>
              <a:latin typeface="Calibri"/>
              <a:ea typeface="Calibri"/>
              <a:cs typeface="Calibri"/>
              <a:sym typeface="Calibri"/>
            </a:endParaRPr>
          </a:p>
          <a:p>
            <a:pPr indent="-393700" lvl="0" marL="457200" rtl="0" algn="l">
              <a:spcBef>
                <a:spcPts val="0"/>
              </a:spcBef>
              <a:spcAft>
                <a:spcPts val="0"/>
              </a:spcAft>
              <a:buClr>
                <a:schemeClr val="dk1"/>
              </a:buClr>
              <a:buSzPts val="2600"/>
              <a:buFont typeface="Calibri"/>
              <a:buChar char="●"/>
            </a:pPr>
            <a:r>
              <a:rPr lang="cs-CZ" sz="2600">
                <a:solidFill>
                  <a:schemeClr val="dk1"/>
                </a:solidFill>
                <a:latin typeface="Calibri"/>
                <a:ea typeface="Calibri"/>
                <a:cs typeface="Calibri"/>
                <a:sym typeface="Calibri"/>
              </a:rPr>
              <a:t>Quality evaluated using MSE and SNR</a:t>
            </a:r>
            <a:endParaRPr sz="2600">
              <a:solidFill>
                <a:schemeClr val="dk1"/>
              </a:solidFill>
              <a:latin typeface="Calibri"/>
              <a:ea typeface="Calibri"/>
              <a:cs typeface="Calibri"/>
              <a:sym typeface="Calibri"/>
            </a:endParaRPr>
          </a:p>
          <a:p>
            <a:pPr indent="0" lvl="0" marL="0" rtl="0" algn="l">
              <a:spcBef>
                <a:spcPts val="0"/>
              </a:spcBef>
              <a:spcAft>
                <a:spcPts val="0"/>
              </a:spcAft>
              <a:buNone/>
            </a:pPr>
            <a:r>
              <a:t/>
            </a:r>
            <a:endParaRPr sz="2600">
              <a:solidFill>
                <a:schemeClr val="dk1"/>
              </a:solidFill>
              <a:latin typeface="Calibri"/>
              <a:ea typeface="Calibri"/>
              <a:cs typeface="Calibri"/>
              <a:sym typeface="Calibri"/>
            </a:endParaRPr>
          </a:p>
        </p:txBody>
      </p:sp>
      <p:pic>
        <p:nvPicPr>
          <p:cNvPr id="144" name="Google Shape;144;p8"/>
          <p:cNvPicPr preferRelativeResize="0"/>
          <p:nvPr/>
        </p:nvPicPr>
        <p:blipFill>
          <a:blip r:embed="rId3">
            <a:alphaModFix/>
          </a:blip>
          <a:stretch>
            <a:fillRect/>
          </a:stretch>
        </p:blipFill>
        <p:spPr>
          <a:xfrm>
            <a:off x="873850" y="3381963"/>
            <a:ext cx="4377875" cy="10648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2"/>
          <p:cNvSpPr txBox="1"/>
          <p:nvPr>
            <p:ph type="title"/>
          </p:nvPr>
        </p:nvSpPr>
        <p:spPr>
          <a:xfrm>
            <a:off x="431801" y="-100013"/>
            <a:ext cx="10265833" cy="720726"/>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12"/>
          <p:cNvSpPr txBox="1"/>
          <p:nvPr>
            <p:ph idx="12" type="sldNum"/>
          </p:nvPr>
        </p:nvSpPr>
        <p:spPr>
          <a:xfrm>
            <a:off x="11430000" y="6524626"/>
            <a:ext cx="569384" cy="3333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404040"/>
              </a:buClr>
              <a:buSzPts val="1400"/>
              <a:buFont typeface="Calibri"/>
              <a:buNone/>
            </a:pPr>
            <a:fld id="{00000000-1234-1234-1234-123412341234}" type="slidenum">
              <a:rPr lang="cs-CZ"/>
              <a:t>‹#›</a:t>
            </a:fld>
            <a:endParaRPr/>
          </a:p>
        </p:txBody>
      </p:sp>
      <p:sp>
        <p:nvSpPr>
          <p:cNvPr id="152" name="Google Shape;152;p12"/>
          <p:cNvSpPr txBox="1"/>
          <p:nvPr/>
        </p:nvSpPr>
        <p:spPr>
          <a:xfrm>
            <a:off x="2845975" y="3261025"/>
            <a:ext cx="6225600" cy="298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cs-CZ" sz="2600">
                <a:solidFill>
                  <a:schemeClr val="dk1"/>
                </a:solidFill>
                <a:latin typeface="Calibri"/>
                <a:ea typeface="Calibri"/>
                <a:cs typeface="Calibri"/>
                <a:sym typeface="Calibri"/>
              </a:rPr>
              <a:t>THANKYOU</a:t>
            </a:r>
            <a:endParaRPr sz="26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101021 FIT Calibri">
  <a:themeElements>
    <a:clrScheme name="a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tiv sady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2024-02-29T17:22:27Z</dcterms:created>
  <dc:creator>Herout Adam (11830)</dc:creator>
</cp:coreProperties>
</file>